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74" r:id="rId4"/>
    <p:sldId id="285" r:id="rId5"/>
    <p:sldId id="286" r:id="rId6"/>
    <p:sldId id="288" r:id="rId7"/>
    <p:sldId id="287" r:id="rId8"/>
    <p:sldId id="289" r:id="rId9"/>
    <p:sldId id="290" r:id="rId10"/>
    <p:sldId id="266" r:id="rId11"/>
    <p:sldId id="273" r:id="rId12"/>
    <p:sldId id="270" r:id="rId13"/>
    <p:sldId id="275" r:id="rId14"/>
    <p:sldId id="276" r:id="rId15"/>
    <p:sldId id="277" r:id="rId16"/>
    <p:sldId id="272" r:id="rId17"/>
    <p:sldId id="284" r:id="rId18"/>
    <p:sldId id="278" r:id="rId19"/>
    <p:sldId id="279" r:id="rId20"/>
    <p:sldId id="281" r:id="rId21"/>
    <p:sldId id="280" r:id="rId22"/>
    <p:sldId id="282" r:id="rId23"/>
    <p:sldId id="267" r:id="rId24"/>
    <p:sldId id="283" r:id="rId25"/>
    <p:sldId id="26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4:56.409"/>
    </inkml:context>
    <inkml:brush xml:id="br0">
      <inkml:brushProperty name="width" value="0.35" units="cm"/>
      <inkml:brushProperty name="height" value="0.35" units="cm"/>
      <inkml:brushProperty name="color" value="#FFFFFF"/>
    </inkml:brush>
  </inkml:definitions>
  <inkml:trace contextRef="#ctx0" brushRef="#br0">1591 662 24575,'-198'-16'0,"110"6"0,-320-45 0,56 6 0,-5 29 0,329 20 0,0-2 0,-1-1 0,-42-9 0,70 12 0,-1-1 0,0 1 0,1 0 0,-1-1 0,1 1 0,-1-1 0,1 1 0,-1-1 0,1 0 0,-1 0 0,1 1 0,0-1 0,-1 0 0,1 0 0,0-1 0,0 1 0,0 0 0,0 0 0,0 0 0,0-1 0,0 1 0,-1-3 0,2 2 0,0 1 0,0-1 0,0 0 0,0 1 0,0-1 0,0 0 0,1 0 0,-1 1 0,0-1 0,1 1 0,0-1 0,-1 0 0,1 1 0,0-1 0,0 1 0,0-1 0,2-1 0,6-8 0,1 0 0,1 1 0,22-18 0,-24 21 0,1-1 0,0 0 0,-1-1 0,0 0 0,10-13 0,-16 17 0,0 0 0,0 0 0,0 0 0,-1-1 0,0 1 0,0-1 0,-1 1 0,1-1 0,-1 0 0,0 0 0,0-9 0,-3-59 0,0-15 0,2 81 0,1-1 0,1 0 0,-1 1 0,1-1 0,1 1 0,-1-1 0,7-12 0,-7 26 0,-1 1 0,0-1 0,0 0 0,0 0 0,0 9 0,-2 48 0,0-28 0,1-1 0,1 0 0,2 0 0,2 0 0,10 41 0,-7-43 0,-1 0 0,-2 1 0,2 34 0,-6-52 0,10 52 0,-7-47 0,-1 1 0,1 23 0,-2-21 0,9 41 0,-7-41 0,4 44 0,-7 536 0,-3-291 0,4-233 0,-4 89 0,-2-143 0,-1 0 0,0 0 0,-18 43 0,15-48 0,1 1 0,1 0 0,1 1 0,1 0 0,-4 35 0,10 266 0,-2-328 0,1 0 0,0-1 0,1 1 0,-1 0 0,1 0 0,0-1 0,0 1 0,1 1 0,0-1 0,0 0 0,0 1 0,1-1 0,0 1 0,0 0 0,0 0 0,1 1 0,-1-1 0,1 1 0,9-6 0,11-7 0,1 1 0,0 2 0,30-12 0,-11 4 0,-17 10 0,0 1 0,36-9 0,-35 12 0,-1-1 0,38-18 0,144-72 0,-193 92 0,0 2 0,0 0 0,34-4 0,-32 6 0,0-1 0,37-11 0,-40 9-227,0 1-1,0 0 1,0 2-1,0 0 1,21-1-1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5:04.497"/>
    </inkml:context>
    <inkml:brush xml:id="br0">
      <inkml:brushProperty name="width" value="0.35" units="cm"/>
      <inkml:brushProperty name="height" value="0.35" units="cm"/>
      <inkml:brushProperty name="color" value="#FFFFFF"/>
    </inkml:brush>
  </inkml:definitions>
  <inkml:trace contextRef="#ctx0" brushRef="#br0">77 3252 24575,'1'-112'0,"-4"-177"0,-2 200 0,-20-109 0,-2-30 0,17 118 0,2-4 0,8-116 0,2 90 0,-2-472 0,2 592 0,0 1 0,1-1 0,6-20 0,1-9 0,15-74 0,-14 70 0,-7 32 0,0 1 0,2-33 0,-4 27 0,1 1 0,1 0 0,11-34 0,-8 35 0,-1-1 0,-1 0 0,2-37 0,-8-334 0,-4 352-1365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5:31.387"/>
    </inkml:context>
    <inkml:brush xml:id="br0">
      <inkml:brushProperty name="width" value="0.05" units="cm"/>
      <inkml:brushProperty name="height" value="0.05" units="cm"/>
      <inkml:brushProperty name="color" value="#FFFFFF"/>
    </inkml:brush>
  </inkml:definitions>
  <inkml:trace contextRef="#ctx0" brushRef="#br0">0 43 24575,'2'15'0,"0"-1"0,0 1 0,2-1 0,-1 1 0,9 18 0,7 31 0,-19-63 0,0 0 0,1 0 0,-1 0 0,0 0 0,0 1 0,0-1 0,1 0 0,-1 0 0,0 0 0,1 0 0,-1 0 0,1 0 0,-1 0 0,1-1 0,0 1 0,-1 0 0,1 0 0,1 1 0,-2-2 0,1-1 0,0 1 0,-1-1 0,1 1 0,-1-1 0,1 1 0,-1-1 0,0 1 0,1-1 0,-1 1 0,0-1 0,1 1 0,-1-1 0,0 0 0,1 1 0,-1-1 0,0 1 0,0-1 0,0 0 0,0 0 0,10-46 0,-6-4 0,-4-70 0,0 280 0,-12-204 0,4 23 0,-20-71 0,26 178 0,3 144 0,-1-227 0,0-1 0,-1 0 0,1 1 0,0-1 0,0 0 0,0 1 0,1-1 0,-1 0 0,0 1 0,0-1 0,1 0 0,-1 1 0,1-1 0,-1 0 0,2 3 0,-1-5 0,-1 1 0,1 0 0,-1 0 0,1 0 0,-1-1 0,1 1 0,-1 0 0,1-1 0,-1 1 0,1 0 0,-1-1 0,1 1 0,-1-1 0,0 1 0,1 0 0,-1-1 0,0 1 0,1-1 0,-1 1 0,0-1 0,1 0 0,-1 1 0,0-2 0,19-45 0,-18 47 0,12-56 0,-11 165 0,-1-85 0,-1 26 0,0-48 0,-1 1 0,1 0 0,-1 0 0,1 0 0,-1 0 0,0 0 0,0-1 0,0 1 0,0 0 0,-1-1 0,1 1 0,-1-1 0,-1 3 0,2-5 4,1 1-1,-1-1 0,1 1 0,-1-1 1,0 1-1,1-1 0,-1 0 1,0 1-1,1-1 0,-1 0 1,0 0-1,1 1 0,-1-1 0,0 0 1,1 0-1,-1 0 0,0 0 1,1 0-1,-1 0 0,0 0 0,0 0 1,1 0-1,-1 0 0,0-1 1,1 1-1,-1 0 0,0 0 1,1-1-1,-1 1 0,0 0 0,1-1 1,-1 1-1,1-1 0,-2 0 1,-16-19-1485,10 7-5345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5:32.519"/>
    </inkml:context>
    <inkml:brush xml:id="br0">
      <inkml:brushProperty name="width" value="0.05" units="cm"/>
      <inkml:brushProperty name="height" value="0.05" units="cm"/>
      <inkml:brushProperty name="color" value="#FFFFFF"/>
    </inkml:brush>
  </inkml:definitions>
  <inkml:trace contextRef="#ctx0" brushRef="#br0">0 117 24575,'0'-4'0,"0"-6"0,0-5 0,0-5 0,0-2 0,0-2 0,0 2-8191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5:56.364"/>
    </inkml:context>
    <inkml:brush xml:id="br0">
      <inkml:brushProperty name="width" value="0.05" units="cm"/>
      <inkml:brushProperty name="height" value="0.05" units="cm"/>
      <inkml:brushProperty name="color" value="#FFFFFF"/>
    </inkml:brush>
  </inkml:definitions>
  <inkml:trace contextRef="#ctx0" brushRef="#br0">102 347 24575,'0'51'0,"1"0"0,13 69 0,-12-99 0,-2-16 0,0-1 0,1 0 0,-1 1 0,1-1 0,0 0 0,0 0 0,0 1 0,1-1 0,-1 0 0,1 0 0,0-1 0,4 6 0,-6-9 0,0 0 0,1 0 0,-1 1 0,0-1 0,0 0 0,1 0 0,-1 0 0,0 0 0,1 0 0,-1 0 0,0-1 0,1 1 0,-1 0 0,0 0 0,1 0 0,-1 0 0,0 0 0,0 0 0,1 0 0,-1-1 0,0 1 0,0 0 0,1 0 0,-1 0 0,0-1 0,0 1 0,1 0 0,-1 0 0,0-1 0,0 1 0,0 0 0,0 0 0,1-1 0,-1 1 0,0 0 0,0-1 0,0 1 0,0 0 0,0 0 0,0-1 0,0 1 0,0 0 0,0-1 0,0 1 0,0 0 0,0-1 0,0 1 0,3-18 0,0-30 0,-3-54 0,-1 59 0,1 405 0,0-356 0,-1 0 0,1-1 0,-1 1 0,0 0 0,-1-1 0,1 1 0,-4 5 0,5-10 0,0 0 0,-1 0 0,1 0 0,-1 0 0,1-1 0,-1 1 0,1 0 0,-1 0 0,1 0 0,-1-1 0,0 1 0,1 0 0,-1-1 0,0 1 0,0-1 0,1 1 0,-1-1 0,0 1 0,0-1 0,0 1 0,0-1 0,0 0 0,0 1 0,0-1 0,0 0 0,1 0 0,-1 0 0,0 0 0,0 0 0,0 0 0,0 0 0,0 0 0,0 0 0,0 0 0,0-1 0,0 1 0,0 0 0,0-1 0,0 1 0,0 0 0,1-1 0,-1 1 0,0-1 0,0 1 0,0-1 0,1 0 0,-1 1 0,0-1 0,1 0 0,-2-1 0,-2-3 0,-1 0 0,1 0 0,1-1 0,-1 1 0,1-1 0,0 0 0,0 0 0,0 0 0,1 0 0,0 0 0,-3-13 0,2-1 0,1 1 0,-1-32 0,4 123 0,0-46 0,-1-64 0,-1-30 0,3-81 0,3 127 0,-5 22 0,0 0 0,1-1 0,-1 1 0,0 0 0,0 0 0,0 0 0,1 0 0,-1 0 0,0 0 0,0 0 0,0-1 0,1 1 0,-1 0 0,0 0 0,0 0 0,1 0 0,-1 0 0,0 0 0,0 0 0,0 0 0,1 0 0,-1 0 0,0 0 0,0 0 0,1 0 0,-1 1 0,0-1 0,0 0 0,0 0 0,1 0 0,-1 0 0,0 0 0,0 0 0,0 0 0,1 1 0,-1-1 0,0 0 0,0 0 0,0 0 0,0 0 0,0 1 0,1-1 0,1 4 0,1-1 0,-1 1 0,0 0 0,-1 0 0,1 0 0,0 0 0,1 7 0,20 122 0,-13-62 0,-4-22 0,-3 1 0,-3 63 0,-1-55 0,-1-41 0,-4-20 0,-5-28 0,10 22 0,0 1 0,1-1 0,0 0 0,0 1 0,1-1 0,0 0 0,0 1 0,1-1 0,0 1 0,1 0 0,0-1 0,0 1 0,1 1 0,-1-1 0,2 0 0,4-6 0,-9 14 0,0-1 0,0 1 0,0 0 0,0 0 0,0 0 0,1 0 0,-1 0 0,0-1 0,0 1 0,0 0 0,0 0 0,0 0 0,0 0 0,0 0 0,0 0 0,0 0 0,0-1 0,1 1 0,-1 0 0,0 0 0,0 0 0,0 0 0,0 0 0,0 0 0,0 0 0,1 0 0,-1 0 0,0 0 0,0 0 0,0 0 0,0 0 0,0 0 0,0 0 0,1 0 0,-1 0 0,0 0 0,0 0 0,0 0 0,0 0 0,0 0 0,1 0 0,-1 0 0,0 0 0,0 0 0,0 0 0,0 0 0,0 0 0,0 0 0,1 0 0,-1 1 0,2 8 0,-4 14 0,2-23 0,0 1 0,0-1 0,0 1 0,0-1 0,0 1 0,0-1 0,0 1 0,-1-1 0,1 0 0,0 1 0,0-1 0,-1 1 0,1-1 0,0 0 0,-1 1 0,1-1 0,0 0 0,-1 1 0,1-1 0,0 0 0,-1 1 0,1-1 0,-1 0 0,1 0 0,-1 1 0,1-1 0,-1 0 0,1 0 0,-1 0 0,1 0 0,0 0 0,-1 0 0,1 0 0,-1 0 0,1 0 0,-2 0 0,-14-14 0,-9-28 0,21 32 0,-5-11 0,5 22 0,3 13 0,1 53 0,1-48 0,0-49 0,0-64 0,-3-116 0,-10 144 0,8 48 0,0 0 0,-1-27 0,6-285 0,0 343 0,1 1 0,6 25 0,3 22 0,0 53 0,6 125 0,-18 378 0,2-599 0,1 1 0,7 32 0,-4-31 0,-2 0 0,2 24 0,-6 143 0,1-515 0,2 347 0,0 0 0,6 28 0,4 31 0,-11-55 0,0-8 0,-1-21 0,0-71 0,1 21 0,-3 1 0,-13-92 0,6 87 0,11 90 0,-3 46 0,-1-16 0,2 218 0,0-435 0,0 286 0,0-158 0,0 20 0,0 23 0,0 66 0,-22-173 0,19 167 0,3-60 0,1-4 0,-1 1 0,-1-1 0,1 0 0,-4 11 0,4-20 0,0-1 0,0 0 0,0 1 0,0-1 0,0 1 0,0-1 0,0 0 0,0 1 0,0-1 0,0 0 0,0 1 0,0-1 0,0 0 0,-1 1 0,1-1 0,0 0 0,0 1 0,0-1 0,-1 0 0,1 1 0,0-1 0,0 0 0,-1 0 0,1 1 0,0-1 0,-1 0 0,1 0 0,0 1 0,-1-1 0,1 0 0,0 0 0,-1 0 0,1 0 0,0 0 0,-1 0 0,1 0 0,0 0 0,-1 1 0,1-1 0,-1 0 0,0-1 0,-11-14 0,-8-30 0,19 43 0,-22-67 0,21 68 0,0 8 0,0 10 0,3 28 0,-1-40 0,1-30 0,-18-264 0,12 243 0,2 210 0,2-63 0,4 104 0,1-182 0,2 0 0,1 0 0,0 0 0,2-1 0,12 22 0,-17-34 0,-3-8 0,0 0 0,0 0 0,0 0 0,0 0 0,1 0 0,-1 0 0,1 0 0,-1 0 0,1 0 0,0-1 0,-1 1 0,5 2 0,-6-4 0,0 0 0,1 0 0,-1 0 0,0 1 0,1-1 0,-1 0 0,1 0 0,-1 0 0,0 0 0,1 0 0,-1 0 0,0 0 0,1 0 0,-1 0 0,0 0 0,1-1 0,-1 1 0,1 0 0,-1 0 0,0 0 0,1 0 0,-1 0 0,0-1 0,1 1 0,-1 0 0,0 0 0,0-1 0,1 1 0,-1 0 0,7-21 0,-3-28 0,-2 0 0,-4-56 0,-1 6 0,3 92 0,-1-3 0,1-1 0,0 1 0,1 0 0,0 0 0,1-1 0,0 1 0,0 0 0,6-13 0,-8 23 0,0 0 0,0 0 0,0 0 0,0 0 0,0 0 0,0-1 0,0 1 0,0 0 0,0 0 0,1 0 0,-1 0 0,0 0 0,0 0 0,0 0 0,0 0 0,0 0 0,0 0 0,0 0 0,0 0 0,1 0 0,-1 0 0,0 0 0,0 0 0,0 0 0,0 0 0,0 0 0,0 0 0,0 0 0,1 0 0,-1 0 0,0 0 0,0 0 0,0 0 0,0 0 0,0 0 0,0 0 0,0 0 0,1 0 0,-1 0 0,0 0 0,0 0 0,0 0 0,0 0 0,0 1 0,0-1 0,0 0 0,0 0 0,0 0 0,0 0 0,1 0 0,-1 0 0,0 0 0,0 1 0,6 9 0,2 11 0,27 123 0,-31-172 0,-3-21 0,-1 28 0,-1 30 0,1 34 0,2-1 0,-1-26 0,-1-1 0,0 1 0,-1 0 0,0-1 0,-4 17 0,5-31 0,0-1 0,0 1 0,0 0 0,-1 0 0,1-1 0,0 1 0,0 0 0,-1-1 0,1 1 0,0 0 0,-1-1 0,1 1 0,0-1 0,-1 1 0,1 0 0,-1-1 0,1 1 0,-1-1 0,1 1 0,-1-1 0,0 1 0,1-1 0,-1 0 0,0 1 0,1-1 0,-1 0 0,0 0 0,1 1 0,-2-1 0,0 0 0,1-1 0,0 1 0,0-1 0,0 1 0,-1-1 0,1 1 0,0-1 0,0 0 0,0 1 0,0-1 0,0 0 0,0 0 0,0 0 0,0 0 0,0-1 0,-4-4 0,1 0 0,0 0 0,0-1 0,-5-11 0,4-4 0,1 0 0,1-1 0,0 1 0,2 0 0,1-1 0,2-28 0,0 9 0,1 21 0,4 29 0,6 32 0,-13-38 0,3-72 0,-4 46 0,0-9 0,1 29 0,3 16 0,17 88 0,6 51 0,-23-130 0,-3-19 0,1-5 0,-2-33 0,1 16 0,-4-98 0,-5 1 0,-6 0 0,-30-122 0,43 253 0,2 0 0,0 1 0,3 24 0,6 7 0,-3-1 0,-1 1 0,-3 78 0,-1-93 0,2 0 0,2-1 0,11 43 0,-9-41 0,0 0 0,3 59 0,-11 146 0,0-244 0,0 1 0,-1-1 0,0 1 0,0-1 0,0 1 0,-4-6 0,-7-20 0,-6-28 0,0 6 0,2 1 0,3-2 0,-13-103 0,27 105 0,1 42 0,0 35 0,0 188 0,-1-212 0,1 17 0,2-20 0,-1 1 0,-1 0 0,1 0 0,-1 1 0,1-1 0,0 1 0,0-1 0,-1 1 0,1-1 0,3 0 0,-2 0 0,-1 1 0,0-1 0,0 0 0,-1 1 0,1-1 0,0 0 0,-1 0 0,1 0 0,-1 0 0,1 0 0,-1-1 0,0 1 0,0 0 0,0-1 0,0 1 0,0 0 0,-1-1 0,1 1 0,-1-1 0,0 1 0,1-4 0,0-9 0,-1-1 0,-1-20 0,-1 14 0,1-44 0,1 115 0,0-31 0,0-44 0,-2-9 0,-1 0 0,-14-58 0,19 149 0,40 270 0,-39-298 0,1-1 0,12 47 0,-12-84 0,-3-12 0,-4-72 0,-4 0 0,-4 1 0,-28-110 0,33 171 0,-1-47 0,3 34 0,-18-78 0,20 100 0,-9-35 0,7 37 0,0 0 0,-1-28 0,4-387 0,2 206 0,0 224 0,-1 0 0,1 0 0,1 0 0,-1 0 0,1 0 0,0 0 0,3-7 0,-5 12 0,1 0 0,-1 0 0,0 0 0,1 0 0,-1 0 0,1 1 0,-1-1 0,1 0 0,0 0 0,-1 0 0,1 0 0,0 1 0,-1-1 0,1 0 0,0 1 0,0-1 0,0 1 0,0-1 0,-1 0 0,1 1 0,0 0 0,0-1 0,0 1 0,0 0 0,0-1 0,0 1 0,0 0 0,0 0 0,0 0 0,0 0 0,0 0 0,0 0 0,1 0 0,-1 0 0,0 0 0,0 1 0,0-1 0,0 0 0,-1 1 0,1-1 0,0 1 0,0-1 0,0 1 0,0-1 0,0 1 0,0-1 0,-1 1 0,1 0 0,0 0 0,-1-1 0,2 3 0,2 1 0,-1 1 0,0 0 0,0 0 0,-1 0 0,1 1 0,-1-1 0,3 11 0,10 22 0,-10-28 0,-1 0 0,0 0 0,0 0 0,-1 0 0,0 1 0,-1-1 0,2 21 0,-4 79 0,-1-60 0,0 848 0,0-873 0,-2-1 0,-6 29 0,4-26 0,-2 41 0,6 222 88,2-136-1541,-1-133-5373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6:05.286"/>
    </inkml:context>
    <inkml:brush xml:id="br0">
      <inkml:brushProperty name="width" value="0.05" units="cm"/>
      <inkml:brushProperty name="height" value="0.05" units="cm"/>
      <inkml:brushProperty name="color" value="#FFFFFF"/>
    </inkml:brush>
  </inkml:definitions>
  <inkml:trace contextRef="#ctx0" brushRef="#br0">27 77 24575,'0'682'0,"0"-1415"0,-1 844 0,3 127 0,21-90 0,-20-125 0,8 37 0,0-5 0,-45-193 0,29 112 0,1-1 0,0-40 0,1 12 0,3 53 0,0 1 0,0 0 0,0-1 0,-1 1 0,1-1 0,0 1 0,0-1 0,-1 1 0,1 0 0,-1-1 0,1 1 0,-1 0 0,0-1 0,0 1 0,1 0 0,-1 0 0,-2-3 0,-3 9 0,1 13 0,0 59 0,6 100 0,1-66 0,-2-88 0,0-32 0,0-35 0,0-603 0,10 684 0,-1-5 0,-6 32 0,-3-51 0,0 1 0,1-1 0,6 27 0,-7-39 0,0-1 0,0 0 0,0 1 0,0-1 0,0 0 0,0 1 0,0-1 0,0 0 0,0 1 0,0-1 0,0 0 0,0 0 0,0 1 0,0-1 0,0 0 0,1 1 0,-1-1 0,0 0 0,0 0 0,0 1 0,1-1 0,-1 0 0,0 0 0,0 1 0,1-1 0,-1 0 0,0 0 0,0 0 0,1 0 0,-1 1 0,0-1 0,1 0 0,-1 0 0,0 0 0,1 0 0,-1 0 0,0 0 0,0 0 0,1 0 0,-1 0 0,0 0 0,1 0 0,0 0 0,9-15 0,5-25 0,-5-20 0,-19 112 0,2-17 0,-3 53 0,11-146 0,-2-171 0,1 228 0,0-1 0,0 1 0,0-1 0,0 1 0,0 0 0,-1-1 0,1 1 0,0-1 0,-1 1 0,1 0 0,-1-1 0,0 1 0,1 0 0,-1 0 0,0-1 0,0 1 0,0 0 0,-1-1 0,-5 6 0,3 15 0,-2 67 0,7 97 0,1-61 0,-2 404-1365,0-504-5461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6:15.949"/>
    </inkml:context>
    <inkml:brush xml:id="br0">
      <inkml:brushProperty name="width" value="0.05" units="cm"/>
      <inkml:brushProperty name="height" value="0.05" units="cm"/>
      <inkml:brushProperty name="color" value="#FFFFFF"/>
    </inkml:brush>
  </inkml:definitions>
  <inkml:trace contextRef="#ctx0" brushRef="#br0">26 757 24575,'0'555'0,"2"-637"0,-4-98 0,-10 97 0,7 53 0,-3-54 0,9-137 0,-1 1456 0,0-1218 0,2-1 0,0 0 0,0 0 0,2 0 0,5 16 0,-5-52 0,-2-17 0,-3-1822 0,1 1858 0,3-37 0,-3 37 0,1 0 0,-1 0 0,0 0 0,0 0 0,1 0 0,-1 0 0,0-1 0,1 1 0,-1 0 0,1 0 0,-1 0 0,1 0 0,0 0 0,-1 1 0,1-1 0,0 0 0,0 0 0,0 0 0,-1 0 0,1 1 0,0-1 0,0 1 0,0-1 0,0 0 0,0 1 0,0 0 0,0-1 0,1 1 0,0-1 0,-1 1 0,0 1 0,0-1 0,0 0 0,0 1 0,0-1 0,0 1 0,-1-1 0,1 1 0,0-1 0,0 1 0,0 0 0,0-1 0,-1 1 0,1 0 0,0 0 0,-1-1 0,1 1 0,-1 0 0,1 0 0,-1 0 0,1 0 0,-1 0 0,1 0 0,-1 0 0,0 0 0,0 0 0,1 0 0,-1 1 0,5 32 0,-5-31 0,2 54 0,-2-57 0,-1 0 0,0 0 0,1 0 0,-1 0 0,0-1 0,0 1 0,1 0 0,-1 0 0,0 0 0,1 1 0,-1-1 0,0 0 0,1 0 0,-1 0 0,0 0 0,1 1 0,-1-1 0,0 0 0,1 1 0,-1-1 0,1 0 0,-1 1 0,0-1 0,1 1 0,-1-1 0,1 1 0,-1-1 0,1 1 0,0-1 0,-1 1 0,1 0 0,0-1 0,-1 1 0,1 0 0,-1 0 0,-3 20 0,1 0 0,1-1 0,1 1 0,1 0 0,2 30 0,1 5 0,-3 1571-1365,0-1606-5461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6:20.645"/>
    </inkml:context>
    <inkml:brush xml:id="br0">
      <inkml:brushProperty name="width" value="0.05" units="cm"/>
      <inkml:brushProperty name="height" value="0.05" units="cm"/>
      <inkml:brushProperty name="color" value="#FFFFFF"/>
    </inkml:brush>
  </inkml:definitions>
  <inkml:trace contextRef="#ctx0" brushRef="#br0">1 1 24575,'0'790'0,"1"-771"0,1 0 0,7 32 0,-4-31 0,-2 0 0,2 23 0,-4 511 0,-3-269 0,4-258 0,0 1 0,8 28 0,-5-28 0,3 54 0,-8-8-1365,-1-53-5461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6:39.999"/>
    </inkml:context>
    <inkml:brush xml:id="br0">
      <inkml:brushProperty name="width" value="0.05" units="cm"/>
      <inkml:brushProperty name="height" value="0.05" units="cm"/>
      <inkml:brushProperty name="color" value="#FFFFFF"/>
    </inkml:brush>
  </inkml:definitions>
  <inkml:trace contextRef="#ctx0" brushRef="#br0">625 2151 24575,'-16'-18'0,"1"-1"0,1-1 0,1 0 0,1 0 0,-12-27 0,18 32 0,0 0 0,1-1 0,1 0 0,0 0 0,1 0 0,-1-22 0,3-5 0,4-49 0,-4 263 0,2-78 0,-1-89 0,0 0 0,1 1 0,-1-1 0,1 0 0,-1 0 0,1 0 0,0 0 0,1 0 0,2 6 0,-4-10 0,1 1 0,-1-1 0,0 1 0,1-1 0,-1 1 0,0-1 0,1 1 0,-1-1 0,1 0 0,-1 1 0,1-1 0,-1 0 0,1 1 0,-1-1 0,1 0 0,0 0 0,-1 0 0,1 1 0,-1-1 0,1 0 0,-1 0 0,1 0 0,0 0 0,-1 0 0,1 0 0,0 0 0,1-1 0,0 1 0,0-1 0,-1 0 0,1 0 0,0 0 0,-1 0 0,1 0 0,-1 0 0,1-1 0,-1 1 0,1 0 0,1-3 0,1-1 0,-1-1 0,0 1 0,0 0 0,0-1 0,0 0 0,-1 1 0,0-1 0,0 0 0,0 0 0,-1 0 0,0 0 0,0-8 0,0-13 0,-2-42 0,-1 33 0,1 2 0,1 8 0,0 56 0,1 23 0,1-16 0,-6 57 0,3-84 0,0-1 0,-1 1 0,0-1 0,-1 0 0,1 0 0,-2 0 0,0 0 0,0 0 0,0-1 0,-1 1 0,-6 7 0,10-15 0,0 1 0,-1 0 0,1-1 0,0 1 0,-1-1 0,1 1 0,-1-1 0,0 1 0,0-1 0,1 0 0,-1 0 0,0 0 0,0 0 0,0 0 0,0-1 0,0 1 0,0-1 0,0 1 0,0-1 0,0 1 0,0-1 0,-3 0 0,3-1 0,-1 0 0,1 1 0,0-1 0,-1 0 0,1-1 0,0 1 0,0 0 0,0-1 0,0 1 0,0-1 0,0 1 0,0-1 0,1 0 0,-1 0 0,-2-4 0,-3-5 0,0 0 0,1-1 0,0 0 0,1 0 0,-6-23 0,6 7 0,1 0 0,1 0 0,1 0 0,2 0 0,6-55 0,-6 81 0,0 0 0,1-1 0,-1 1 0,1-1 0,-1 1 0,1 0 0,0-1 0,0 1 0,0 0 0,2-3 0,-3 4 0,1 1 0,-1-1 0,1 1 0,-1-1 0,1 1 0,0-1 0,-1 1 0,1-1 0,0 1 0,-1-1 0,1 1 0,0 0 0,-1 0 0,1-1 0,0 1 0,0 0 0,-1 0 0,1 0 0,0 0 0,0-1 0,1 2 0,0-1 0,1 1 0,-1 0 0,0 0 0,1 0 0,-1 0 0,0 0 0,0 1 0,0-1 0,0 1 0,0-1 0,-1 1 0,1 0 0,0 0 0,-1-1 0,1 1 0,-1 1 0,0-1 0,2 2 0,5 12 0,0 1 0,7 25 0,2 2 0,-12-36 0,-2-8 0,2-18 0,-4-28 0,-1 45 0,-1-119 0,-2 139 0,0 0 0,-1 0 0,-13 31 0,17-49 0,0-1 0,0 1 0,0 0 0,0-1 0,-1 1 0,1-1 0,0 1 0,-1-1 0,1 1 0,0-1 0,-1 1 0,1-1 0,-1 1 0,1-1 0,-1 1 0,1-1 0,-1 0 0,1 1 0,-1-1 0,1 0 0,-1 1 0,1-1 0,-1 0 0,0 0 0,1 0 0,-1 1 0,1-1 0,-1 0 0,-1 0 0,1-1 0,0 1 0,0-1 0,0 1 0,0-1 0,0 1 0,1-1 0,-1 0 0,0 0 0,0 1 0,0-1 0,1 0 0,-1 0 0,0 0 0,1 0 0,-1-1 0,-15-38 0,11 0 0,1 0 0,3 0 0,4-52 0,-1 4 0,-2-24 0,0 150 0,2-1 0,2 0 0,10 51 0,-12-86 0,-1-6 0,1-17 0,0-26 0,-3-415 0,1 618 0,0-362 0,1 292 0,23-249 0,-21 223 0,17 99 0,-21-178 0,1 1 0,1-22 0,1-6 0,-3-22 0,1 10 0,0 43 0,0 13 0,0 4 0,0 188 0,-9-209 0,-1-18 0,7 13 0,0 6 0,3 44 0,0 289 0,-1-326 0,-1 1 0,0-1 0,0 1 0,-1 0 0,-8-17 0,-5-20 0,12 32 0,1-1 0,1 1 0,0-1 0,1 1 0,1-1 0,0 1 0,1-1 0,1 1 0,0-1 0,7-23 0,23-102 0,-32 139 0,0 1 0,1-1 0,-1 1 0,1-1 0,-1 1 0,1-1 0,0 1 0,0-1 0,-1 1 0,1 0 0,0-1 0,0 1 0,0 0 0,1 0 0,1-2 0,-3 3 0,1 0 0,-1 0 0,1-1 0,0 1 0,-1 0 0,1 0 0,-1 0 0,1 0 0,0 0 0,-1 0 0,1 0 0,-1 0 0,1 0 0,0 1 0,-1-1 0,1 0 0,-1 0 0,1 1 0,-1-1 0,1 0 0,-1 0 0,1 1 0,-1-1 0,1 1 0,-1-1 0,1 1 0,3 3 0,-1 0 0,0 0 0,0 1 0,0-1 0,-1 1 0,1 0 0,2 7 0,1 8 0,0 0 0,-2 1 0,0-1 0,2 39 0,-8 89 0,0-58 0,0-23 0,1-33 0,3 52 0,-12-131 0,-19-51 0,-4-17 0,31 182 0,6 21 0,3-1 0,5 0 0,38 147 0,-41-195 0,8 22 0,-13-92 0,-8-46 0,-4 0 0,-2 0 0,-37-131 0,27 140 0,11 44 0,2 0 0,1-1 0,0 0 0,2 0 0,1 0 0,-1-37 0,7 297 0,9-129 0,-7-73 0,-1 1 0,-1 41 0,-2-473 0,-3 186 0,2-628 0,-1 821 0,-1 1 0,-1 0 0,0 0 0,-1 0 0,-11-27 0,-2-8 0,17 51 0,0 0 0,0 0 0,0 0 0,0 0 0,0 0 0,0 0 0,0 0 0,0 0 0,0 1 0,0-1 0,-1 0 0,1 0 0,0 0 0,0 0 0,0 0 0,0 0 0,0 0 0,0 0 0,0 0 0,0 0 0,0 0 0,0 0 0,0 0 0,-1 0 0,1 0 0,0 0 0,0 0 0,0 0 0,0 0 0,0 0 0,0 0 0,0 0 0,0 0 0,0 0 0,0 0 0,0 0 0,-1 0 0,1 0 0,0 0 0,-2 19 0,1 25 0,2 776 0,-1-1406 0,1 579 0,-1 0 0,1 0 0,0 0 0,1-1 0,0 1 0,0 0 0,0 1 0,1-1 0,0 0 0,0 1 0,1 0 0,0-1 0,0 2 0,0-1 0,1 0 0,0 1 0,0 0 0,0 0 0,7-4 0,-5 1 0,0-1 0,0 1 0,8-13 0,1-3 0,-16 24 0,0 0 0,1 0 0,-1 0 0,0 0 0,1-1 0,-1 1 0,0 0 0,1 0 0,-1-1 0,0 1 0,0 0 0,1-1 0,-1 1 0,0 0 0,0-1 0,0 1 0,1 0 0,-1-1 0,0 1 0,0 0 0,0-1 0,0 1 0,0-1 0,0 1 0,0 0 0,0-1 0,0 1 0,0 0 0,0-1 0,0 1 0,0-1 0,0 1 0,0 0 0,0-1 0,0 1 0,-1 0 0,1-1 0,0 1 0,0 0 0,0-1 0,-1 1 0,1 0 0,0-1 0,0 1 0,-1-1 0,0 1 0,0 0 0,0 1 0,0-1 0,0 0 0,0 0 0,0 0 0,0 1 0,0-1 0,0 0 0,0 1 0,0-1 0,0 1 0,0-1 0,0 1 0,0-1 0,0 1 0,0 1 0,-6 4 0,0 2 0,0-1 0,1 1 0,1 0 0,-1 0 0,1 0 0,1 1 0,-1 0 0,1 0 0,1 0 0,0 0 0,0 1 0,-2 13 0,1 8 0,0 0 0,2 60 0,4-27 0,-3-88 0,-1-6 0,1 0 0,2 0 0,6-40 0,-5 63 0,1 0 0,-1 0 0,1 1 0,0-1 0,6-7 0,-8 11 0,1 0 0,0 0 0,1 0 0,-1 1 0,0-1 0,1 1 0,-1-1 0,1 1 0,0 0 0,0 0 0,0 0 0,4-2 0,-7 4 0,1 0 0,-1 0 0,1 0 0,-1 0 0,1 0 0,-1 1 0,0-1 0,1 0 0,-1 0 0,1 0 0,-1 1 0,1-1 0,-1 0 0,0 0 0,1 1 0,-1-1 0,0 0 0,1 1 0,-1-1 0,0 0 0,0 1 0,1-1 0,-1 1 0,0-1 0,0 0 0,1 1 0,-1-1 0,0 1 0,0-1 0,0 1 0,0-1 0,0 0 0,0 1 0,0-1 0,0 1 0,0 0 0,3 22 0,-3-21 0,0 209 0,-2-94 0,3-124 0,-1 0 0,1-1 0,-1 1 0,0 0 0,0 0 0,-1 0 0,0 0 0,-1 0 0,1 0 0,-5-12 0,5 19 0,1-1 0,0 1 0,0 0 0,-1 0 0,1 0 0,0 0 0,-1-1 0,1 1 0,0 0 0,-1 0 0,1 0 0,0 0 0,-1 0 0,1 0 0,0 0 0,-1 0 0,1 0 0,0 0 0,-1 0 0,1 0 0,0 0 0,-1 0 0,1 0 0,0 0 0,-1 1 0,1-1 0,0 0 0,-1 0 0,1 0 0,0 0 0,-1 1 0,1-1 0,0 0 0,0 0 0,-1 1 0,1-1 0,0 0 0,0 0 0,0 1 0,-1-1 0,1 0 0,0 1 0,0-1 0,0 0 0,0 1 0,0-1 0,-9 17 0,4-4 0,1 1 0,0-1 0,1 1 0,1 0 0,-2 27 0,6 77 0,0-53 0,-2 451 0,0-1248 0,0 726 0,0 3 0,0-1 0,0 1 0,0 0 0,0 0 0,0 0 0,0 0 0,1 0 0,0 0 0,0 0 0,0 0 0,0 0 0,0 0 0,3-5 0,-3 8 0,0 0 0,-1 0 0,1 1 0,0-1 0,0 1 0,-1-1 0,1 0 0,-1 1 0,1-1 0,0 1 0,-1-1 0,1 1 0,-1 0 0,1-1 0,-1 1 0,1 0 0,-1-1 0,1 1 0,-1 0 0,0-1 0,0 1 0,1 0 0,-1 0 0,0 0 0,11 23 0,-6-10 0,-1 1 0,-1-1 0,0 1 0,-1 0 0,0 16 0,-3 80 0,-1-46 0,2-50 0,0 35 0,-2-1 0,-11 69 0,8-83 0,2 0 0,2 64 0,2-66 0,-1 0 0,-2 0 0,-8 44 0,5-43 0,1 0 0,1 66 0,0 3 0,2-101 0,1 0 0,0 0 0,0-1 0,-1 1 0,1 0 0,-1 0 0,1 0 0,-1 0 0,0 0 0,0-1 0,0 1 0,0 0 0,0-1 0,0 1 0,0-1 0,0 1 0,-1-1 0,-1 2 0,2-2 0,0-1 0,0 0 0,0 0 0,0 1 0,0-1 0,0 0 0,1 0 0,-1 0 0,0 0 0,0 0 0,0 0 0,0-1 0,0 1 0,0 0 0,0 0 0,0-1 0,1 1 0,-1 0 0,0-1 0,0 1 0,0-1 0,1 1 0,-1-1 0,0 1 0,0-1 0,1 0 0,-1 1 0,0-1 0,1 0 0,-1 0 0,1 1 0,-1-1 0,1 0 0,0 0 0,-1 0 0,1 0 0,0 0 0,-1-1 0,-17-39 0,1 0 0,-22-87 0,20 61 0,-16-50 0,6-2 0,4 0 0,6-2 0,-6-232 0,25 342 0,1 4 0,-1 0 0,0 0 0,-1 0 0,1 0 0,-2 0 0,-1-7 0,2 12 0,1 0 0,-1 0 0,0 0 0,-1 0 0,1 0 0,0 1 0,0-1 0,-1 0 0,1 1 0,-1-1 0,0 1 0,1-1 0,-1 1 0,0 0 0,0 0 0,0 0 0,1 0 0,-1 0 0,0 0 0,0 1 0,-1-1 0,1 1 0,0-1 0,-3 1 0,-1-1 8,-1 0 0,1 1 0,0 0 0,-1 1-1,1 0 1,0 0 0,0 0 0,-1 0 0,1 1 0,-9 4-1,-5 3-360,-32 21-1,36-20-390,1-2-6082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7:02.329"/>
    </inkml:context>
    <inkml:brush xml:id="br0">
      <inkml:brushProperty name="width" value="0.05" units="cm"/>
      <inkml:brushProperty name="height" value="0.05" units="cm"/>
      <inkml:brushProperty name="color" value="#FFFFFF"/>
    </inkml:brush>
  </inkml:definitions>
  <inkml:trace contextRef="#ctx0" brushRef="#br0">32 1 24575,'5'0'0,"4"0"0,6 0 0,4 0 0,0 4 0,-5 5 0,-8 2 0,-9-1 0,-5 1 0,-4 0 0,-5-3 0,0 2 0,0-1 0,1 2 0,1-1 0,2-2-8191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8:01.413"/>
    </inkml:context>
    <inkml:brush xml:id="br0">
      <inkml:brushProperty name="width" value="0.05" units="cm"/>
      <inkml:brushProperty name="height" value="0.05" units="cm"/>
      <inkml:brushProperty name="color" value="#FFFFFF"/>
    </inkml:brush>
  </inkml:definitions>
  <inkml:trace contextRef="#ctx0" brushRef="#br0">1 175 24575,'544'0'0,"-523"-1"0,0-2 0,37-8 0,-10 1 0,3 0 0,-31 5 0,1 1 0,34-2 0,-21 6 0,-26 0 0,-24 1 0,-7 0 0,1 2 0,-31 8 0,1-1 0,51-10 0,-1 0 0,0 0 0,1 0 0,-1 1 0,1-1 0,-1 1 0,0-1 0,1 1 0,-1 0 0,1-1 0,0 1 0,-1 0 0,1 0 0,0 0 0,-3 2 0,8 4 0,14-3 0,61 1 0,98-6 0,-57-1 0,348 2 0,-443-2 0,-1-1 0,0-1 0,42-13 0,-56 15 0,45-18 0,-44 15 0,1 0 0,0 1 0,0 0 0,0 1 0,21-2 0,47-7 0,-57 7 0,46-3 0,326 9 0,-374 1 0,-1 0 0,0 1 0,29 9 0,-34-8 0,-14-4 0,0 0 0,0 0 0,0 0 0,0 1 0,0-1 0,0 0 0,0 1 0,0-1 0,0 1 0,-1-1 0,1 1 0,0-1 0,0 1 0,0 0 0,0-1 0,0 2 0,-1-2 0,0 1 0,0-1 0,0 0 0,0 1 0,0-1 0,0 0 0,0 1 0,-1-1 0,1 0 0,0 1 0,0-1 0,0 0 0,0 1 0,-1-1 0,1 0 0,0 0 0,0 1 0,-1-1 0,1 0 0,0 0 0,0 0 0,-1 1 0,1-1 0,0 0 0,-1 0 0,1 0 0,0 0 0,-1 0 0,0 1 0,-34 7 0,-302-4 0,178-6 0,-310 2 0,451-1 0,0-1 0,-1-1 0,1-1 0,-33-11 0,32 9 0,0 0 0,0 2 0,0 0 0,-27-2 0,12 7 0,26-1 0,24 1 0,358-1 0,-354 2 0,1 1 0,-1 1 0,0 1 0,-1 0 0,1 2 0,28 13 0,-21-9 0,-26-11 0,0 1 0,0-1 0,0 0 0,0 0 0,0 1 0,0-1 0,0 1 0,0-1 0,-1 1 0,1-1 0,0 1 0,0-1 0,0 1 0,-1 0 0,1 0 0,0-1 0,-1 1 0,1 0 0,0 1 0,-1-2 0,-1 1 0,1-1 0,-1 1 0,1-1 0,-1 1 0,0-1 0,1 0 0,-1 1 0,1-1 0,-1 0 0,0 0 0,1 1 0,-1-1 0,0 0 0,0 0 0,1 0 0,-1 0 0,0 0 0,-1 0 0,-54 1 0,49-1 0,-39-1 0,0-3 0,0-1 0,-70-18 0,-59-11 0,117 27 0,1 3 0,-94 5 0,52 1 0,463-2 0,-405 1 0,0 1 0,-52 10 0,42-7 0,38-4 0,0 0 0,1 1 0,-19 4 0,31-6 0,-1 0 0,0 0 0,0 1 0,0-1 0,0 0 0,1 1 0,-1-1 0,0 1 0,0-1 0,1 1 0,-1-1 0,0 1 0,0-1 0,1 1 0,-1 0 0,1-1 0,-1 1 0,0 1 0,1-1 0,0-1 0,0 1 0,0-1 0,0 1 0,0-1 0,0 1 0,0-1 0,0 1 0,0-1 0,0 1 0,0-1 0,0 1 0,1-1 0,-1 1 0,0-1 0,0 1 0,1-1 0,-1 1 0,0-1 0,1 0 0,-1 1 0,1 0 0,1 1 0,1 0 0,-1 0 0,1-1 0,-1 1 0,1-1 0,0 1 0,0-1 0,5 2 0,23 2 0,0-2 0,0 0 0,0-2 0,44-5 0,2 2 0,23 1 0,-59 1 0,-34 0 0,-12 0 0,-906 0 0,896-1 0,0-1 0,0-1 0,0-1 0,1 0 0,-1-1 0,1 0 0,0-1 0,1-1 0,-18-11 0,-38-16 0,63 30 0,8 2 0,17-1 0,34 2 0,-50 1 0,432 2 0,-412-4 0,0 0 0,37-9 0,-6 0 0,-90 14 0,-45-5 0,13 1 0,-198 1 0,323 30 0,-17-18 0,0-2 0,1-1 0,0-2 0,53 2 0,-93-9 0,1 0 0,-1 0 0,1 0 0,-1 0 0,1 0 0,-1 0 0,1 1 0,-1-1 0,0 1 0,1-1 0,-1 1 0,0-1 0,1 1 0,-1 0 0,0 0 0,0-1 0,2 3 0,-7 3 0,-14-1 0,-135 12 0,110-11 0,0-3 0,-60-2 0,294-2 0,-344 1 0,167 0 0,-1-2 0,0 1 0,0-2 0,0 0 0,-1 0 0,1-2 0,-1 1 0,0-1 0,0-1 0,0 0 0,16-12 0,-28 18 0,1 0 0,-1-1 0,0 1 0,1 0 0,-1 0 0,0 0 0,0 0 0,1-1 0,-1 1 0,0 0 0,0 0 0,0 0 0,1-1 0,-1 1 0,0 0 0,0 0 0,0-1 0,0 1 0,0 0 0,1 0 0,-1-1 0,0 1 0,0 0 0,0-1 0,0 1 0,0 0 0,0-1 0,0 1 0,0 0 0,0 0 0,0-1 0,0 1 0,0 0 0,0-1 0,0 1 0,-1-1 0,-10-4 0,-19 2 0,29 3 0,-282-1 0,128 3 0,245-13 0,15-2 0,-102 13 0,84-4 0,89 8 0,-174-3 0,1-1 0,-1 0 0,0 1 0,0-1 0,0 1 0,0 0 0,0-1 0,0 1 0,0 0 0,0 1 0,0-1 0,-1 0 0,3 2 0,-4-3 0,1 1 0,-1-1 0,0 0 0,1 1 0,-1-1 0,0 1 0,0-1 0,0 0 0,1 1 0,-1-1 0,0 1 0,0-1 0,0 1 0,0-1 0,0 0 0,0 1 0,0-1 0,0 1 0,0-1 0,0 1 0,0-1 0,0 1 0,0-1 0,0 1 0,-1 0 0,0 0 0,1 0 0,-1 0 0,0 0 0,0 0 0,1 0 0,-1 0 0,0-1 0,0 1 0,0 0 0,0-1 0,0 1 0,0-1 0,-2 1 0,-23 13 0,14-7 0,0-1 0,-1 0 0,1 0 0,-1-1 0,0-1 0,-1 0 0,1-1 0,-1 0 0,1-1 0,-23 1 0,34-4 0,-1 1 0,1-1 0,-1 1 0,1-1 0,0 0 0,0 0 0,-1 0 0,1 0 0,0 0 0,0 0 0,0 0 0,0-1 0,0 1 0,0-1 0,0 0 0,1 0 0,-1 1 0,1-1 0,-1 0 0,1 0 0,0 0 0,-1-1 0,1 1 0,-1-4 0,1 5 0,1-1 0,-1 0 0,1 0 0,0 0 0,0 1 0,0-1 0,-1 0 0,1 0 0,1 0 0,-1 1 0,0-1 0,0 0 0,1 0 0,-1 1 0,1-1 0,0 0 0,-1 1 0,1-1 0,0 0 0,0 1 0,0-1 0,0 1 0,0-1 0,0 1 0,1 0 0,-1 0 0,0-1 0,1 1 0,-1 0 0,1 0 0,-1 0 0,1 0 0,2-1 0,18-8 0,0 1 0,1 0 0,0 2 0,1 0 0,0 2 0,0 1 0,0 0 0,0 2 0,1 1 0,-1 1 0,0 1 0,1 1 0,-1 1 0,0 1 0,0 1 0,-1 1 0,43 17 0,-46-15 0,0 0 0,27 4 0,23 9 0,-69-21 0,0 0 0,1 1 0,-1-1 0,0 1 0,1-1 0,-1 1 0,0-1 0,0 1 0,1 0 0,-1 0 0,0-1 0,0 1 0,0 0 0,0 0 0,0 0 0,0 0 0,0 1 0,0-1 0,-1 0 0,1 0 0,0 0 0,-1 1 0,1-1 0,-1 0 0,1 1 0,-1-1 0,0 0 0,1 1 0,-1 1 0,-1-2 0,1 1 0,-1-1 0,0 1 0,1-1 0,-1 0 0,0 0 0,0 1 0,0-1 0,0 0 0,-1 0 0,1 0 0,0 0 0,0 0 0,-1 0 0,1 0 0,0 0 0,-1-1 0,1 1 0,-1-1 0,1 1 0,-1-1 0,1 1 0,-1-1 0,1 0 0,-4 1 0,-24 2 0,-1-1 0,-57-3 0,31-1 0,19-4 0,37 6 0,-1 0 0,1 0 0,-1-1 0,1 1 0,-1 0 0,0 0 0,1-1 0,-1 1 0,1 0 0,-1-1 0,1 1 0,0 0 0,-1-1 0,1 1 0,-1-1 0,1 1 0,0-1 0,-1 1 0,1-1 0,0 1 0,-1-2 0,1 1 0,0 1 0,1-1 0,-1 0 0,0 0 0,0 1 0,1-1 0,-1 0 0,1 0 0,-1 1 0,1-1 0,-1 0 0,1 1 0,-1-1 0,1 1 0,-1-1 0,1 0 0,0 1 0,-1 0 0,1-1 0,0 1 0,1-1 0,21-11 0,1 1 0,0 1 0,1 1 0,36-8 0,-42 13 0,0 0 0,0 2 0,0 0 0,22 1 0,-306 4 0,368-5 0,118 4 0,-220-2 0,1 0 0,-1 0 0,1 0 0,-1 0 0,0 1 0,1-1 0,-1 0 0,1 1 0,-1-1 0,0 1 0,1-1 0,-1 1 0,0 0 0,0-1 0,0 1 0,1 0 0,-1 0 0,1 1 0,-6 5 0,-14-2 0,-54 0 0,-108-6 0,70-1 0,99 2 0,-81 0 0,-117-15 0,110 6 0,-173 7 0,137 4 0,163-3 0,-5 0 0,0 1 0,0 1 0,1 1 0,-1 1 0,0 0 0,24 9 0,-23-4 0,0 0 0,42 6 0,-108-17 0,-59 4 0,29 0 0,-77 0 0,548-1 0,-428 1 0,-54 10 0,52-6 0,-51 3 0,-56-9 0,188 0 0,88-13 0,-97 9 0,0 2 0,64 3 0,30-2 0,3-21 0,-163 23 0,0 0 0,1-2 0,-47-8 0,-48-4 0,-71-3 0,109 8 0,5-2 0,43 5 0,-45-2 0,861 10 0,-810-1 0,-49 9 0,-17 2 0,-109 5 0,140-12 0,47-4 0,1-1 0,-1 2 0,1 0 0,0 0 0,-1 1 0,1 1 0,1 1 0,-24 10 0,36-15 0,1 0 0,0 0 0,-1 0 0,1 0 0,-1 0 0,1 1 0,0-1 0,-1 0 0,1 0 0,-1 0 0,1 1 0,0-1 0,-1 0 0,1 0 0,0 1 0,-1-1 0,1 0 0,0 1 0,0-1 0,-1 0 0,1 1 0,0-1 0,0 0 0,0 1 0,-1-1 0,1 1 0,0-1 0,0 0 0,0 1 0,0-1 0,0 1 0,0-1 0,0 1 0,0-1 0,0 0 0,0 1 0,0-1 0,0 1 0,0 0 0,19 5 0,32-4 0,-49-2 0,964-1 0,-956 0 0,1 0 0,-1-1 0,0 0 0,0 0 0,1-1 0,-2 0 0,1-1 0,0 0 0,-1-1 0,0 0 0,0 0 0,16-13 0,-14 13 0,0 0 0,0 1 0,0 0 0,1 0 0,-1 1 0,1 1 0,12-2 0,9-2 0,23-2 0,-231 10 0,86-3 0,-30-1 0,-132 4 0,233 1 0,1 1 0,-1 0 0,1 1 0,0 1 0,0 1 0,1 0 0,0 1 0,0 1 0,-24 18 0,26-20 0,0 0 0,-1-1 0,1-1 0,-1 0 0,0-1 0,0-1 0,-1 0 0,-30 1 0,35-3 0,-53 10 0,43-7 0,0 0 0,-23 0 0,19-3 0,-147-3 0,170 2 0,1 0 0,-1 0 0,1 0 0,-1 0 0,1-1 0,0 1 0,-1 0 0,1-1 0,-1 1 0,1-1 0,0 1 0,-1-1 0,1 0 0,0 0 0,0 1 0,-1-1 0,1 0 0,-1-1 0,6-5 0,15 2 0,50 0 0,104 6 0,-64 1 0,-70-4 0,-28 1 0,1 0 0,0 1 0,-1 0 0,1 1 0,0 0 0,22 6 0,-33-7 0,1 1 0,-1-1 0,0 1 0,1-1 0,-1 1 0,0 0 0,0-1 0,0 1 0,0 0 0,0 0 0,0 0 0,0 0 0,0 0 0,0 0 0,0 0 0,0 0 0,0 0 0,-1 1 0,1-1 0,0 0 0,-1 0 0,1 1 0,-1-1 0,0 0 0,1 1 0,-1-1 0,0 0 0,0 1 0,0-1 0,0 1 0,0-1 0,0 0 0,0 1 0,0-1 0,0 0 0,-1 1 0,1-1 0,-1 0 0,1 1 0,-1-1 0,1 0 0,-1 0 0,0 1 0,0-1 0,0 0 0,1 0 0,-1 0 0,0 0 0,0 0 0,0 0 0,0 0 0,-1-1 0,1 1 0,0 0 0,0-1 0,0 1 0,-1 0 0,1-1 0,0 0 0,-1 1 0,1-1 0,0 0 0,-1 1 0,1-1 0,-1 0 0,1 0 0,-3 0 0,-2-1 0,-1 0 0,1 0 0,0 0 0,0-1 0,-11-4 0,16 6 0,-1-1 0,1 0 0,-1 0 0,1 0 0,-1 0 0,1 0 0,-1 0 0,1 0 0,0 0 0,0 0 0,-2-3 0,2 3 0,1 1 0,0-1 0,-1 0 0,1 0 0,0 1 0,0-1 0,0 0 0,0 0 0,0 0 0,0 1 0,0-1 0,0 0 0,0 0 0,0 1 0,0-1 0,0 0 0,0 0 0,1 1 0,-1-1 0,0 0 0,1 0 0,-1 1 0,0-1 0,1 0 0,-1 1 0,2-2 0,0 0 0,0 0 0,1 0 0,-1 0 0,1 0 0,-1 0 0,1 1 0,0-1 0,0 1 0,0 0 0,0 0 0,0 0 0,0 0 0,0 0 0,0 1 0,5-1 0,53-1 0,-46 3 0,852 1 0,-854-2 0,-1 1 0,1 0 0,-1 1 0,0 1 0,0 0 0,0 0 0,23 10 0,-35-13 0,0 1 0,1-1 0,-1 0 0,1 0 0,-1 0 0,0 0 0,1 1 0,-1-1 0,1 0 0,-1 0 0,0 0 0,1 1 0,-1-1 0,0 0 0,1 1 0,-1-1 0,0 0 0,0 1 0,1-1 0,-1 0 0,0 1 0,0-1 0,0 1 0,1-1 0,-1 0 0,0 1 0,0-1 0,0 1 0,0-1 0,0 1 0,0-1 0,0 0 0,0 1 0,-13 6 0,-23-2 0,-14-4-1365,27-1-5461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8:22.485"/>
    </inkml:context>
    <inkml:brush xml:id="br0">
      <inkml:brushProperty name="width" value="0.05" units="cm"/>
      <inkml:brushProperty name="height" value="0.05" units="cm"/>
      <inkml:brushProperty name="color" value="#FFFFFF"/>
    </inkml:brush>
  </inkml:definitions>
  <inkml:trace contextRef="#ctx0" brushRef="#br0">71 125 24575,'247'0'0,"-225"3"0,-22-3 0,0 0 0,0 1 0,0-1 0,0 0 0,1 0 0,-1 0 0,0 0 0,0 1 0,0-1 0,0 0 0,0 0 0,0 0 0,0 1 0,0-1 0,0 0 0,0 0 0,0 0 0,0 1 0,0-1 0,0 0 0,0 0 0,0 0 0,-1 0 0,1 1 0,0-1 0,0 0 0,0 0 0,0 0 0,0 0 0,0 1 0,0-1 0,-1 0 0,1 0 0,0 0 0,0 0 0,0 0 0,0 0 0,0 1 0,-1-1 0,1 0 0,0 0 0,0 0 0,0 0 0,0 0 0,-1 0 0,1 0 0,0 0 0,-5 2 0,1 0 0,0 0 0,-1-1 0,1 1 0,-1-1 0,-6 1 0,-132 1 0,142-3 0,191-1 0,-368 1 0,874 0 0,-696 0 0,-35 0 0,1 1 0,0 1 0,-49 10 0,42-5 0,0-3 0,0-1 0,-81-5 0,31 0 0,-57 2 0,1655 0 0,-1488-1 0,0-1 0,32-8 0,-31 6 0,0 1 0,23-2 0,-24 3 0,-1 0 0,22-6 0,32-4 0,9 0 0,-59 7 0,0 1 0,25 0 0,324 5 0,-1351-1 0,721-13 0,49 2 0,118 4 0,-126-24 0,201 28 0,-69-4 0,67 7 0,-1-2 0,1 1 0,1-2 0,-37-10 0,55 13 0,1 0 0,-1 0 0,0 0 0,0 0 0,0 0 0,0 0 0,0 0 0,0 0 0,0 0 0,0 0 0,0 0 0,0-1 0,0 1 0,0 0 0,0 0 0,0 0 0,0 0 0,1 0 0,-1 0 0,0 0 0,0 0 0,0 0 0,0 0 0,0 0 0,0 0 0,0-1 0,0 1 0,0 0 0,0 0 0,0 0 0,0 0 0,0 0 0,0 0 0,0 0 0,0 0 0,0 0 0,0 0 0,0 0 0,-1-1 0,1 1 0,0 0 0,0 0 0,0 0 0,0 0 0,0 0 0,0 0 0,0 0 0,0 0 0,0 0 0,0 0 0,0 0 0,0 0 0,0 0 0,0 0 0,0 0 0,0 0 0,-1 0 0,1 0 0,13-3 0,18 0 0,493 35 0,-429-23 0,225 26 0,-233-24 0,37 3 0,-1244-17 0,590 5 0,521-2 0,0-1 0,0 0 0,0 0 0,0 0 0,1-1 0,-1-1 0,0 1 0,-11-6 0,32 4 0,8 2 0,111 4 0,133 20 0,-176-12 0,117 21 0,-27-2 0,-78-22 0,34 6 0,-9-3 0,-196-9 0,-57-3 0,127 2 0,-1 0 0,1 0 0,-1 0 0,1 0 0,0 0 0,-1 0 0,1 0 0,-1-1 0,1 1 0,-1-1 0,1 1 0,0-1 0,-1 1 0,1-1 0,0 0 0,0 1 0,0-1 0,-1 0 0,1 0 0,0 0 0,0 0 0,0 0 0,0 0 0,0 0 0,1-1 0,-1 1 0,0 0 0,0 0 0,1-1 0,-1 1 0,1 0 0,-1-3 0,1 2 0,1 0 0,-1 0 0,1 0 0,-1 1 0,1-1 0,0 0 0,0 0 0,0 1 0,0-1 0,0 1 0,0-1 0,1 1 0,-1-1 0,0 1 0,1 0 0,-1-1 0,1 1 0,-1 0 0,1 0 0,0 0 0,-1 0 0,1 1 0,0-1 0,2 0 0,15-6 0,0 2 0,1 1 0,34-4 0,-13 2 0,25-1 0,-1 3 0,90 5 0,-45 2 0,-19-3 0,-61 0 0,-24 0 0,-9 0 0,-517 0 0,941 0 0,-415-1 0,-3 1 0,1 0 0,-1 0 0,0 0 0,0 0 0,0 0 0,0 1 0,0-1 0,0 1 0,0 0 0,0 0 0,0 0 0,0 0 0,0 0 0,2 2 0,-5-3 0,0 1 0,0-1 0,0 0 0,0 1 0,0-1 0,0 0 0,0 1 0,0-1 0,0 0 0,0 0 0,0 1 0,0-1 0,0 0 0,0 1 0,0-1 0,0 0 0,0 1 0,-1-1 0,1 0 0,0 0 0,0 1 0,0-1 0,0 0 0,-1 0 0,1 0 0,0 1 0,0-1 0,-1 0 0,1 0 0,0 0 0,0 0 0,-1 1 0,1-1 0,0 0 0,-1 0 0,1 0 0,0 0 0,0 0 0,-1 0 0,1 0 0,0 0 0,-1 0 0,1 0 0,0 0 0,-1 0 0,1 0 0,-1 0 0,-16 4 0,-52 1 0,-105-6 0,66-1 0,-90 2 0,917 0 0,-2080 0 0,1354 0 0,0 1 0,0 0 0,0 0 0,-1 1 0,1 0 0,1 0 0,-1 1 0,0-1 0,-10 7 0,-13 5 0,20-11 0,-1 1 0,0-2 0,0 0 0,-17 2 0,-25 5 0,23-3-77,1-2 0,-1-1 0,0-1 0,-47-2 0,41-1-903,14 1-5846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9:05.484"/>
    </inkml:context>
    <inkml:brush xml:id="br0">
      <inkml:brushProperty name="width" value="0.05" units="cm"/>
      <inkml:brushProperty name="height" value="0.05" units="cm"/>
      <inkml:brushProperty name="color" value="#FFFFFF"/>
    </inkml:brush>
  </inkml:definitions>
  <inkml:trace contextRef="#ctx0" brushRef="#br0">509 4 24575,'-509'0'0,"641"-2"0,154 5 0,-186 9 0,-56-6 0,53 2 0,273-9 0,-345 2 0,0 2 0,1 1 0,42 13 0,-40-10 0,0-1 0,41 5 0,-414-11 0,327-4 0,17 4 0,1 0 0,0 0 0,0-1 0,0 1 0,0 0 0,0 0 0,0-1 0,0 1 0,0 0 0,0 0 0,0 0 0,0-1 0,0 1 0,0 0 0,0 0 0,0-1 0,0 1 0,0 0 0,0 0 0,0-1 0,0 1 0,0 0 0,0 0 0,0 0 0,0-1 0,1 1 0,-1 0 0,0 0 0,0 0 0,0-1 0,0 1 0,1 0 0,-1 0 0,0 0 0,0 0 0,0 0 0,1-1 0,-1 1 0,33-17 0,-5 9 0,1 1 0,0 1 0,40-2 0,2-1 0,3 2 0,0 2 0,86 7 0,-44 0 0,1956-2 0,-2072 0 0,38 3 0,-37-3 0,0 0 0,1 0 0,-1 1 0,0-1 0,0 0 0,0 1 0,0-1 0,0 1 0,0-1 0,0 1 0,0-1 0,0 1 0,0 0 0,0-1 0,0 1 0,0 0 0,0 0 0,-1 0 0,1 0 0,0-1 0,0 1 0,-1 0 0,1 1 0,-1-1 0,1 0 0,-1 0 0,1 0 0,-1 2 0,0-2 0,0 0 0,0 0 0,-1 0 0,1 0 0,0 0 0,-1 0 0,1 0 0,-1 0 0,0 0 0,1-1 0,-1 1 0,1 0 0,-1 0 0,0-1 0,0 1 0,1 0 0,-1-1 0,0 1 0,0-1 0,0 1 0,0-1 0,0 1 0,0-1 0,0 0 0,0 1 0,0-1 0,0 0 0,-1 0 0,-33 6 0,33-6 0,-249 3 0,124-6 0,41 5 0,-99-5 0,126-8 0,-6-1 0,-15-1 0,59 8 0,0 1 0,-29-1 0,-452 4 0,239 3 0,241 0 0,1 1 0,-1 1 0,1 1 0,-1 1 0,1 1 0,1 1 0,-25 12 0,13-6 0,-52 15 0,194-28 0,809-1 0,-1441 0 0,1856 0 0,-1317-3 0,-21-2 0,-27-6 0,-29 5 0,-1 2 0,-85 6 0,34 1 0,-356-3 0,885 0 0,-1352 0 0,1482 0 0,-666 1 0,-136-3 0,154-10 0,-35-1 0,191 14 0,212-2 0,-171-11 0,-61 7 0,49-2 0,58 8 0,-1191-1 0,1074 1 0,-1 2 0,1 1 0,40 12 0,-34-8 0,54 7 0,77-13 0,-132-2 0,-296 14 0,-99-4 0,317-10 0,421 0 0,-1052 0 0,754-4 0,76-13 0,-53 4 0,323-2 0,-294 15 0,-148-1 0,1-1 0,-23-5 0,-20-2 0,-442 1 0,295 11 0,-209-3 0,390 1 0,0 2 0,-34 8 0,12-2 0,1 2 0,33-7 0,1 0 0,-25 1 0,33-4 0,5-1 0,0-1 0,0 1 0,0 1 0,0-1 0,-1 0 0,1 1 0,0 0 0,0-1 0,1 1 0,-1 1 0,0-1 0,0 0 0,-3 2 0,7-2 0,-1 0 0,0-1 0,1 1 0,-1 0 0,0-1 0,1 1 0,-1 0 0,1-1 0,-1 1 0,1 0 0,-1-1 0,1 1 0,-1-1 0,1 1 0,0-1 0,-1 0 0,1 1 0,0-1 0,-1 1 0,1-1 0,0 0 0,-1 0 0,1 1 0,1-1 0,21 10 0,-9-5 0,1-1 0,0 0 0,0-2 0,0 0 0,17 1 0,82-5 0,-44 0 0,694 1 0,-746 0 0,1-1 0,-1-1 0,0 0 0,33-12 0,-33 8 0,1 2 0,-1 1 0,1 0 0,28-2 0,251 8 0,-288-2 0,1 1 0,-1 0 0,1 0 0,-1 1 0,16 6 0,-23-7 0,0 0 0,0 1 0,0-1 0,0 1 0,0 0 0,0 0 0,-1 0 0,1 0 0,3 4 0,-5-5 0,0 0 0,0 1 0,0-1 0,0 1 0,-1-1 0,1 0 0,0 1 0,-1 0 0,1-1 0,-1 1 0,0-1 0,0 1 0,1-1 0,-1 1 0,0 0 0,0-1 0,0 1 0,-1-1 0,1 1 0,-1 2 0,0-2 0,0 0 0,0 0 0,0 0 0,0 0 0,0 0 0,-1-1 0,1 1 0,0-1 0,-1 1 0,0-1 0,1 1 0,-1-1 0,0 0 0,0 0 0,0 0 0,1 0 0,-1 0 0,0 0 0,0 0 0,0-1 0,-1 1 0,1-1 0,0 0 0,-2 1 0,-10 1 0,1-1 0,-23-1 0,27 0 0,4 0 0,-8 0 0,0-1 0,-24-3 0,33 3 0,1 0 0,-1 0 0,0 0 0,1-1 0,-1 1 0,1-1 0,0 0 0,0 0 0,0 0 0,0 0 0,0-1 0,0 1 0,0-1 0,-3-4 0,-19-19 0,20 22 0,1 1 0,1-1 0,-1 0 0,0 0 0,1 0 0,0 0 0,0 0 0,-5-10 0,8 13 0,0 1 0,0-1 0,0 0 0,0 1 0,0-1 0,0 0 0,0 1 0,0-1 0,1 0 0,-1 1 0,0-1 0,0 1 0,1-1 0,-1 0 0,0 1 0,1-1 0,-1 1 0,0-1 0,1 1 0,-1-1 0,1 1 0,-1-1 0,1 1 0,-1-1 0,1 1 0,0 0 0,-1-1 0,1 1 0,-1 0 0,1-1 0,0 1 0,-1 0 0,1 0 0,0 0 0,-1 0 0,1 0 0,1-1 0,28-2 0,-27 3 0,140 0 0,-57 2 0,-78-1 0,-1-1 0,1 1 0,-1 1 0,0-1 0,0 1 0,0 0 0,0 1 0,0 0 0,10 5 0,12 6 0,98 31 0,-115-41 0,-1 0 0,0-1 0,1 0 0,0-1 0,0 0 0,13 0 0,76-4 0,-42 0 0,1026 2 0,-1072-1 0,-1 0 0,1-2 0,-1 1 0,0-1 0,0-1 0,17-7 0,-16 6 0,0 0 0,0 1 0,1 1 0,-1 0 0,15-2 0,183 4 86,-101 3-1537,-89-2-5375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9:40.277"/>
    </inkml:context>
    <inkml:brush xml:id="br0">
      <inkml:brushProperty name="width" value="0.05" units="cm"/>
      <inkml:brushProperty name="height" value="0.05" units="cm"/>
      <inkml:brushProperty name="color" value="#FFFFFF"/>
    </inkml:brush>
  </inkml:definitions>
  <inkml:trace contextRef="#ctx0" brushRef="#br0">482 128 24575,'1851'0'0,"-1848"0"0,0 0 0,0 0 0,0 1 0,0-1 0,0 0 0,0 1 0,0 0 0,-1 0 0,1 0 0,0 0 0,0 0 0,-1 0 0,4 2 0,-6-2 0,0-1 0,1 1 0,-1-1 0,1 0 0,-1 1 0,0-1 0,1 1 0,-1-1 0,0 1 0,0 0 0,0-1 0,1 1 0,-1-1 0,0 1 0,0-1 0,0 1 0,0-1 0,0 1 0,0 0 0,0-1 0,0 1 0,0-1 0,0 1 0,0-1 0,-1 2 0,1 0 0,-1 0 0,0 0 0,-1-1 0,1 1 0,0 0 0,0 0 0,-1-1 0,1 1 0,-1-1 0,-3 3 0,4-3 0,0 0 0,-1 0 0,1 0 0,-1 0 0,0 0 0,1 0 0,-1-1 0,0 1 0,1 0 0,-1-1 0,0 1 0,0-1 0,0 0 0,1 0 0,-1 0 0,0 0 0,0 0 0,-2 0 0,-32-13 0,-1-1 0,7 10 0,-1 1 0,1 2 0,-47 3 0,36 0 0,-44-4 0,67 0 0,1-2 0,0 0 0,-26-10 0,27 8 0,1 1 0,-1 1 0,0 0 0,-24-1 0,-254 3 0,146 4 0,126 1 0,22-3 0,0 0 0,0 1 0,0-1 0,0 0 0,-1 0 0,1 0 0,0 0 0,0 1 0,0-1 0,0 0 0,0 0 0,0 0 0,0 1 0,0-1 0,0 0 0,0 0 0,0 0 0,0 1 0,0-1 0,0 0 0,1 0 0,-1 0 0,0 1 0,0-1 0,0 0 0,0 0 0,0 0 0,0 0 0,0 1 0,0-1 0,1 0 0,-1 0 0,0 0 0,0 0 0,0 0 0,0 0 0,1 1 0,-1-1 0,0 0 0,0 0 0,0 0 0,0 0 0,1 0 0,-1 0 0,0 0 0,0 0 0,5 2 0,-1 0 0,0 0 0,0-1 0,1 1 0,-1-1 0,8 1 0,77 4 0,98-7 0,-62-2 0,-36 3 0,-73 0 0,-21 0 0,-862 0 0,848 2 0,1-1 0,-34 9 0,32-6 0,0 0 0,-23 0 0,-313-3 0,169-2 0,181 1 0,1 0 0,-1 0 0,0-1 0,1 1 0,-1-1 0,1-1 0,-1 1 0,1-1 0,0 0 0,-8-3 0,11 3 0,-1 0 0,1 0 0,0 0 0,-1 0 0,1-1 0,0 1 0,0-1 0,1 1 0,-1-1 0,0 1 0,1-1 0,-1 0 0,1 0 0,0 0 0,0 0 0,0 0 0,1 0 0,-1 0 0,1 0 0,-1-4 0,1 3 0,0-1 0,-1 0 0,0 1 0,0-1 0,0 0 0,-1 1 0,1-1 0,-1 1 0,0 0 0,-4-6 0,4 8 0,0 0 0,0 0 0,0 0 0,-1 0 0,1 0 0,-1 0 0,1 1 0,-1 0 0,0-1 0,1 1 0,-1 0 0,0 0 0,0 1 0,0-1 0,0 0 0,0 1 0,-5 0 0,-16-2 0,-42 5 0,207-3 0,-45 2 0,-72-2-1365,-2 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9:43.887"/>
    </inkml:context>
    <inkml:brush xml:id="br0">
      <inkml:brushProperty name="width" value="0.05" units="cm"/>
      <inkml:brushProperty name="height" value="0.05" units="cm"/>
      <inkml:brushProperty name="color" value="#FFFFFF"/>
    </inkml:brush>
  </inkml:definitions>
  <inkml:trace contextRef="#ctx0" brushRef="#br0">0 75 24575,'372'0'0,"-355"-1"0,0-1 0,0-1 0,0-1 0,-1 0 0,23-9 0,37-8 0,-31 11 0,0 3 0,85-3 0,-81 11-1365,-28-1-5461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9:47.216"/>
    </inkml:context>
    <inkml:brush xml:id="br0">
      <inkml:brushProperty name="width" value="0.05" units="cm"/>
      <inkml:brushProperty name="height" value="0.05" units="cm"/>
      <inkml:brushProperty name="color" value="#FFFFFF"/>
    </inkml:brush>
  </inkml:definitions>
  <inkml:trace contextRef="#ctx0" brushRef="#br0">1 1 24575,'518'0'-1365,"-496"0"-5461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29:51.392"/>
    </inkml:context>
    <inkml:brush xml:id="br0">
      <inkml:brushProperty name="width" value="0.05" units="cm"/>
      <inkml:brushProperty name="height" value="0.05" units="cm"/>
      <inkml:brushProperty name="color" value="#FFFFFF"/>
    </inkml:brush>
  </inkml:definitions>
  <inkml:trace contextRef="#ctx0" brushRef="#br0">244 0 24575,'-4'0'0,"-6"0"0,-5 0 0,-4 0 0,-3 0 0,-3 0 0,0 0 0,-1 0 0,1 0 0,-1 0 0,1 0 0,4 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30:08.333"/>
    </inkml:context>
    <inkml:brush xml:id="br0">
      <inkml:brushProperty name="width" value="0.05" units="cm"/>
      <inkml:brushProperty name="height" value="0.05" units="cm"/>
      <inkml:brushProperty name="color" value="#FFFFFF"/>
    </inkml:brush>
  </inkml:definitions>
  <inkml:trace contextRef="#ctx0" brushRef="#br0">0 45 24575,'1531'0'0,"-1510"-1"0,-1-2 0,39-8 0,-11 1 0,9-5-1365,-40 10-5461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30:11.461"/>
    </inkml:context>
    <inkml:brush xml:id="br0">
      <inkml:brushProperty name="width" value="0.05" units="cm"/>
      <inkml:brushProperty name="height" value="0.05" units="cm"/>
      <inkml:brushProperty name="color" value="#FFFFFF"/>
    </inkml:brush>
  </inkml:definitions>
  <inkml:trace contextRef="#ctx0" brushRef="#br0">1 1 24575,'4'0'0,"5"0"0,6 0 0,5 0 0,2 0 0,3 0 0,0 0 0,-3 4 0,-2 2 0,0-1 0,1-1 0,1-1 0,1-1 0,-3-1-8191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30:20.613"/>
    </inkml:context>
    <inkml:brush xml:id="br0">
      <inkml:brushProperty name="width" value="0.05" units="cm"/>
      <inkml:brushProperty name="height" value="0.05" units="cm"/>
      <inkml:brushProperty name="color" value="#FFFFFF"/>
    </inkml:brush>
  </inkml:definitions>
  <inkml:trace contextRef="#ctx0" brushRef="#br0">0 180 24575,'1211'0'0,"-1376"0"0,163-3 0,8-4 0,15-12 0,-7 7 0,-13 11 0,-1 0 0,1 1 0,0-1 0,-1 0 0,1 0 0,-1 1 0,1-1 0,-1 0 0,1 0 0,-1 0 0,0 0 0,0 0 0,1 0 0,-1 0 0,0 0 0,0 1 0,0-1 0,0 0 0,0 0 0,0 0 0,0 0 0,0 0 0,0 0 0,0 0 0,-1 0 0,1 0 0,0 0 0,-1 0 0,1 0 0,0 1 0,-1-1 0,1 0 0,-1 0 0,0 0 0,1 1 0,-1-1 0,0 0 0,1 1 0,-1-1 0,0 0 0,0 1 0,1-1 0,-1 1 0,0-1 0,0 1 0,0 0 0,-1-1 0,-5-2 0,-1 0 0,1 0 0,-1 1 0,-9-2 0,16 3 0,-65-11 0,-1 3 0,-70 0 0,-136 9 0,107 3 0,54-3 0,151 2 0,-1 2 0,63 14 0,-62-9 0,0-2 0,68 3 0,-56-11 0,44 1 0,-94 0 0,0 0 0,0 0 0,0 0 0,0 0 0,0 0 0,0 0 0,0 1 0,0-1 0,0 0 0,0 0 0,0 1 0,0-1 0,0 1 0,0-1 0,0 1 0,0-1 0,1 2 0,-14 4 0,-32 4 0,-142-7 0,160 3 0,20-1 0,16 3 0,11-1 0,-1-1 0,1 0 0,0-2 0,1 0 0,30 1 0,114-6 0,-70-1 0,-17 3 0,88-3 0,-165 2 0,1-1 0,-1 1 0,1-1 0,0 0 0,-1 0 0,1 0 0,-1-1 0,0 1 0,1 0 0,-1-1 0,0 0 0,0 1 0,0-1 0,0 0 0,0 0 0,0 0 0,-1 0 0,1-1 0,-1 1 0,1 0 0,-1-1 0,0 1 0,0-1 0,0 1 0,0-1 0,0 1 0,-1-1 0,1-4 0,1 1 0,-2-1 0,1 1 0,-1-1 0,1 1 0,-2-1 0,1 1 0,-1-1 0,0 0 0,0 1 0,-5-13 0,4 17 0,1-1 0,-1 0 0,0 1 0,0 0 0,0-1 0,0 1 0,0 0 0,0 0 0,-1 0 0,1 1 0,-1-1 0,1 0 0,-1 1 0,0 0 0,0-1 0,0 1 0,1 0 0,-1 0 0,0 1 0,0-1 0,0 1 0,-5-1 0,-9 0 0,0 1 0,-32 2 0,23 0 0,-3-1 0,-4 0 0,0 1 0,-34 7 0,55-6 0,0 0 0,0 1 0,1 0 0,0 1 0,-1 0 0,2 1 0,-1 0 0,1 0 0,-11 10 0,3-1-1365,1 0-5461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30:49.543"/>
    </inkml:context>
    <inkml:brush xml:id="br0">
      <inkml:brushProperty name="width" value="0.05" units="cm"/>
      <inkml:brushProperty name="height" value="0.05" units="cm"/>
      <inkml:brushProperty name="color" value="#FFFFFF"/>
    </inkml:brush>
  </inkml:definitions>
  <inkml:trace contextRef="#ctx0" brushRef="#br0">862 51 24575,'-151'0'0,"246"-2"0,109 5 0,-202-3 0,0 0 0,0 0 0,0 0 0,-1 0 0,1 0 0,0 1 0,0-1 0,-1 1 0,1-1 0,0 1 0,-1 0 0,1 0 0,-1 0 0,1 0 0,-1 0 0,1 0 0,-1 0 0,1 0 0,-1 0 0,0 1 0,0-1 0,0 0 0,0 1 0,0-1 0,0 1 0,0 0 0,0-1 0,0 1 0,-1 0 0,1-1 0,-1 1 0,1 0 0,-1-1 0,0 1 0,0 0 0,0 3 0,0-2 0,-1 0 0,1-1 0,-1 1 0,0-1 0,0 1 0,0-1 0,0 0 0,0 1 0,-1-1 0,1 0 0,-1 0 0,1 0 0,-1 0 0,0 0 0,0 0 0,0 0 0,0-1 0,0 1 0,0-1 0,0 1 0,-1-1 0,1 0 0,0 0 0,-1 0 0,-2 1 0,-100 18 0,11-2 0,67-12 0,1-1 0,-45 3 0,56-7 0,0-1 0,1-1 0,-1 0 0,0-1 0,0-1 0,-18-5 0,30 7 0,1 1 0,0-1 0,-1 0 0,1 0 0,0 0 0,0 0 0,0-1 0,-1 1 0,1-1 0,1 1 0,-1-1 0,0 0 0,0 1 0,1-1 0,-1 0 0,1 0 0,-1 0 0,1 0 0,0-1 0,0 1 0,0 0 0,0 0 0,0-1 0,1 1 0,-1-1 0,0-2 0,1 2 0,0 1 0,1-1 0,-1 1 0,1-1 0,0 1 0,-1 0 0,1-1 0,0 1 0,0 0 0,1 0 0,-1-1 0,0 1 0,1 0 0,-1 0 0,1 1 0,0-1 0,-1 0 0,1 0 0,0 1 0,0-1 0,0 1 0,0 0 0,0-1 0,1 1 0,-1 0 0,3 0 0,6-3 0,0 1 0,0 0 0,1 1 0,-1 0 0,1 1 0,0 0 0,15 2 0,-12-1 0,-1 0 0,1-1 0,27-6 0,-11 1 0,1 2 0,59-2 0,53 7 0,-111 0 0,-469-1 0,488 15 0,-18-10 0,0-2 0,55-1 0,15 0 0,-100-2 0,-1 0 0,1 1 0,-1-1 0,0 1 0,1 0 0,-1 0 0,0 1 0,0-1 0,1 0 0,-1 1 0,0 0 0,0 0 0,-1 0 0,1 0 0,0 0 0,-1 1 0,4 2 0,-6-4 0,1 0 0,-1 0 0,1 1 0,-1-1 0,1 0 0,-1 0 0,1 0 0,-1 0 0,0 0 0,0 0 0,1 1 0,-1-1 0,0 0 0,0 0 0,0 0 0,-1 0 0,1 1 0,0-1 0,0 0 0,-1 1 0,0 1 0,0-1 0,0 0 0,-1 0 0,1 0 0,-1 0 0,1-1 0,-1 1 0,1 0 0,-1-1 0,0 1 0,0-1 0,0 1 0,-3 1 0,-8 2 0,0 1 0,0-2 0,-1 0 0,1 0 0,-18 2 0,6-2 0,-55 8 0,71-11 0,1-1 0,0 0 0,-1-1 0,1 1 0,0-2 0,-1 1 0,-11-4 0,17 3 0,0 0 0,0 0 0,0 0 0,0 0 0,0-1 0,0 1 0,1-1 0,-1 1 0,1-1 0,-3-5 0,2 4 0,0 0 0,1 1 0,-1 0 0,0-1 0,-1 1 0,1 0 0,-7-4 0,-38-12 0,40 17 0,0-1 0,0 0 0,0 0 0,0-1 0,1 1 0,-10-8 0,18 7 0,8 1 0,12 1 0,274 1 0,-162 3 0,-506-2 0,788 0 0,-924 23 0,343 2 0,117-16 0,0-1 0,-1-3 0,-68-1 0,343-3 0,-96-3 0,1047 2 0,-1313-11 0,29 0 0,-241 8 0,206 4 0,152-8 0,16-1 0,34 0 0,0 3 0,1 3 0,62 5 0,-17-1 0,-22 0 0,103-5 0,-127-8 0,5-1 0,17-1 0,-60 8 0,0 1 0,28-1 0,-4 4 0,83-12 0,-89 6 0,7-3 0,0 2 0,84-2 0,-665 11 0,516 0 0,1 1 0,0 1 0,-25 7 0,16-3 0,25-7 0,1 0 0,-1 0 0,1 1 0,-1-1 0,1 1 0,-1-1 0,1 1 0,0-1 0,-1 1 0,1 0 0,0 0 0,0 0 0,-1 0 0,1 0 0,0 0 0,0 0 0,-1 1 0,1-1 0,1 0 0,0-1 0,0 1 0,0 0 0,0 0 0,0-1 0,0 1 0,0 0 0,0-1 0,0 1 0,0 0 0,0-1 0,0 1 0,1 0 0,-1 0 0,0-1 0,0 1 0,1-1 0,-1 1 0,1 0 0,-1-1 0,0 1 0,1-1 0,-1 1 0,1 0 0,3 2 0,0 1 0,0-1 0,0 0 0,0 0 0,1-1 0,-1 1 0,1-1 0,7 3 0,10 1 0,0-1 0,0-1 0,0-1 0,29 1 0,94-6 0,-53-1 0,103 3 0,-258 0 0,-6-2 0,-1 4 0,-81 13 0,102-9 0,1-3 0,-63-2 0,80-1 0,21 2 0,22 4 0,25 4 0,31-3 0,134-6 0,-91-3 0,553 2 0,-647-3 0,-20-2 0,-29-6 0,8 8 0,-37 1 0,41 2 0,1-1 0,0 0 0,-34-8 0,29 4 0,0 1 0,0 1 0,-1 1 0,-24 1 0,63 1 0,26 0 0,66-9 0,-46 2 0,0 1 0,86 4 0,-1018 1 0,418 3 0,376-1 0,-91-3 0,93-10 0,52 7 0,-47-4 0,-482 8 0,267 3 0,65-2-1365,200 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7:30:54.175"/>
    </inkml:context>
    <inkml:brush xml:id="br0">
      <inkml:brushProperty name="width" value="0.05" units="cm"/>
      <inkml:brushProperty name="height" value="0.05" units="cm"/>
      <inkml:brushProperty name="color" value="#FFFFFF"/>
    </inkml:brush>
  </inkml:definitions>
  <inkml:trace contextRef="#ctx0" brushRef="#br0">41 17 24575,'421'0'0,"-508"-2"0,-101 4 0,106 10 0,52-7 0,-45 3 0,537-9 0,-456 1 0,-3 0 0,0 1 0,0-1 0,0 0 0,0 0 0,1-1 0,-1 1 0,0-1 0,0 1 0,0-1 0,0 0 0,0 0 0,0 0 0,5-4 0,-8 5 4,-1-1 0,1 0 0,0 0 0,-1 1 0,1-1 0,0 0 0,-1 1 0,1-1 0,-1 1 0,1-1 0,-1 0 0,1 1 1,-1-1-1,1 1 0,-1-1 0,0 1 0,1 0 0,-1-1 0,0 1 0,1 0 0,-1-1 0,0 1 0,0 0 0,0-1 0,-23-10-1351,24 11 1228,-16-6-6707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08:54.173"/>
    </inkml:context>
    <inkml:brush xml:id="br0">
      <inkml:brushProperty name="width" value="0.35" units="cm"/>
      <inkml:brushProperty name="height" value="0.35" units="cm"/>
      <inkml:brushProperty name="color" value="#FFFFFF"/>
    </inkml:brush>
  </inkml:definitions>
  <inkml:trace contextRef="#ctx0" brushRef="#br0">379 86 24575,'-65'1'0,"-73"-3"0,135 2 0,1 0 0,-1-1 0,0 1 0,1-1 0,-1 0 0,1 0 0,0 0 0,-1 0 0,1-1 0,0 1 0,-1-1 0,1 1 0,0-1 0,0 0 0,0 1 0,1-1 0,-1 0 0,-2-3 0,4 4 0,-1 0 0,1 0 0,-1 0 0,1 0 0,0 0 0,-1-1 0,1 1 0,0 0 0,0 0 0,0 0 0,0 0 0,0 0 0,0-1 0,0 1 0,0 0 0,0 0 0,0 0 0,1 0 0,-1 0 0,0 0 0,1 0 0,-1-1 0,1 1 0,0 0 0,-1 0 0,1 1 0,-1-1 0,1 0 0,0 0 0,0 0 0,0 0 0,0 1 0,0-1 0,-1 0 0,1 1 0,0-1 0,0 1 0,0-1 0,1 1 0,-1-1 0,0 1 0,2-1 0,5-2 0,1 1 0,0-1 0,-1 1 0,1 1 0,0 0 0,0 0 0,10 1 0,-16-1 0,0 1 0,0 0 0,0 0 0,0 1 0,0-1 0,0 1 0,0-1 0,0 1 0,-1 0 0,1 0 0,0 0 0,0 0 0,-1 1 0,1-1 0,0 1 0,-1 0 0,0-1 0,1 1 0,-1 0 0,0 0 0,0 1 0,0-1 0,0 0 0,1 4 0,-2-5 0,-1 0 0,1 0 0,-1 0 0,0 0 0,1 0 0,-1 0 0,0 0 0,0 0 0,0 1 0,0-1 0,0 0 0,0 0 0,0 0 0,0 0 0,0 0 0,-1 0 0,1 0 0,0 0 0,-1 0 0,1 0 0,-1 0 0,1 0 0,-2 2 0,0-1 0,1-1 0,-1 1 0,0-1 0,0 0 0,0 1 0,0-1 0,0 0 0,0 0 0,0 0 0,0 0 0,-3 0 0,-5 1 0,-1 0 0,0 0 0,-18 0 0,-24-1 0,-54-5 0,105 4 0,-1-1 0,1 1 0,-1-1 0,1 0 0,-1 0 0,1 0 0,0 0 0,-1 0 0,1 0 0,0-1 0,0 1 0,0-1 0,0 1 0,0-1 0,0 0 0,0 0 0,1 0 0,-3-3 0,3 4 0,1 0 0,-1-1 0,1 1 0,0 0 0,-1 0 0,1 0 0,0 0 0,0 0 0,0-1 0,0 1 0,0 0 0,0 0 0,0 0 0,0 0 0,0-1 0,0 1 0,1 0 0,-1 0 0,0 0 0,1 0 0,-1 0 0,1 0 0,-1 0 0,1 0 0,0 0 0,-1 0 0,1 0 0,0 0 0,0 0 0,0 0 0,0 1 0,-1-1 0,1 0 0,0 1 0,0-1 0,0 1 0,1-1 0,-1 1 0,0-1 0,0 1 0,2-1 0,10-3 38,0 1-1,0 0 1,0 1-1,1 0 1,-1 1-1,0 1 1,1 0-1,23 3 1,-22-1-282,0-1 1,1-1 0,-1 0 0,0-1-1,0-1 1,21-4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09:50.460"/>
    </inkml:context>
    <inkml:brush xml:id="br0">
      <inkml:brushProperty name="width" value="0.1" units="cm"/>
      <inkml:brushProperty name="height" value="0.1" units="cm"/>
      <inkml:brushProperty name="color" value="#FFFFFF"/>
    </inkml:brush>
  </inkml:definitions>
  <inkml:trace contextRef="#ctx0" brushRef="#br0">10 7 24575,'7'0'0,"-1"1"0,1 0 0,-1 1 0,1-1 0,-1 1 0,10 4 0,-14-5 0,0-1 0,0 1 0,0 0 0,0 0 0,0 0 0,-1 0 0,1 0 0,0 0 0,0 1 0,-1-1 0,1 1 0,-1-1 0,1 1 0,-1 0 0,0-1 0,1 1 0,-1 0 0,0 0 0,0 0 0,0 0 0,-1 0 0,2 4 0,-2-5 0,0 0 0,-1 0 0,1 0 0,0 0 0,-1 0 0,1 1 0,-1-1 0,0 0 0,1 0 0,-1 0 0,0-1 0,1 1 0,-1 0 0,0 0 0,0 0 0,0 0 0,0-1 0,0 1 0,0 0 0,0-1 0,-1 2 0,-8 7 0,10-8 0,1 0 0,-1 0 0,1 0 0,-1-1 0,1 1 0,-1 0 0,1 0 0,0-1 0,-1 1 0,1 0 0,0-1 0,-1 1 0,1 0 0,0-1 0,0 1 0,0-1 0,-1 0 0,1 1 0,0-1 0,2 1 0,0 2 0,1-1 0,0 1 0,-1 1 0,0-1 0,0 0 0,0 1 0,0 0 0,2 4 0,-3-6 0,-1 1 0,1 0 0,-1-1 0,1 0 0,0 1 0,0-1 0,0 0 0,0 0 0,1 0 0,-1 0 0,0 0 0,1 0 0,-1-1 0,1 1 0,0-1 0,0 0 0,3 2 0,-5-4 0,1 1 0,-1-1 0,0 1 0,0 0 0,0-1 0,0 0 0,0 1 0,1-1 0,-1 0 0,0 0 0,-1 1 0,1-1 0,0 0 0,0 0 0,0 0 0,0 0 0,-1 0 0,1 0 0,-1 0 0,1-1 0,0 1 0,-1 0 0,0 0 0,1 0 0,-1-1 0,0 1 0,0 0 0,1 0 0,-1-1 0,0 0 0,3-46 0,-3 43 0,0 0 0,0 1 0,0 0 0,-1-1 0,1 1 0,-1 0 0,0 0 0,-1 0 0,1 0 0,-1 0 0,1 0 0,-1 0 0,0 0 0,0 0 0,-1 1 0,-4-6 0,6 7 0,-1 1 0,0-1 0,-1 0 0,1 1 0,0-1 0,0 1 0,-1 0 0,1 0 0,-1 0 0,1 0 0,-1 0 0,1 0 0,-1 1 0,0 0 0,1-1 0,-1 1 0,0 0 0,1 0 0,-1 0 0,0 0 0,1 1 0,-1-1 0,1 1 0,-1 0 0,0-1 0,-3 3 0,3-1 0,1 0 0,-1 0 0,0 0 0,1 0 0,-1 0 0,1 1 0,0-1 0,0 1 0,0 0 0,0-1 0,0 1 0,0 0 0,1 0 0,0 0 0,-1 0 0,1 1 0,0-1 0,0 0 0,1 0 0,-1 1 0,1 4 0,-1 0 0,0-1 0,1 0 0,0 1 0,0-1 0,1 0 0,0 1 0,0-1 0,4 14 0,-4-19 0,1 0 0,-1 1 0,1-1 0,-1 0 0,1 0 0,0 0 0,0 0 0,0 0 0,0-1 0,0 1 0,0-1 0,5 3 0,-5-2 0,1-1 0,-1 1 0,0-1 0,1 1 0,-1 0 0,0 0 0,0 0 0,2 4 0,-4-6 0,0 0 0,1 0 0,-1 0 0,0 0 0,0 0 0,0 0 0,0 1 0,0-1 0,0 0 0,0 0 0,0 0 0,0 0 0,0 0 0,0 0 0,0 0 0,0 0 0,-1 1 0,1-1 0,0 0 0,0 0 0,0 0 0,0 0 0,0 0 0,0 0 0,0 0 0,0 0 0,0 0 0,0 0 0,0 1 0,0-1 0,0 0 0,0 0 0,-1 0 0,1 0 0,0 0 0,0 0 0,0 0 0,0 0 0,0 0 0,0 0 0,0 0 0,0 0 0,-1 0 0,1 0 0,0 0 0,0 0 0,0 0 0,0 0 0,0 0 0,0 0 0,0 0 0,0 0 0,-1 0 0,1 0 0,0 0 0,0 0 0,0 0 0,0 0 0,0 0 0,0 0 0,0 0 0,0-1 0,-15-2 0,-13-8 0,24 7 0,-1-1 0,1 1 0,0-1 0,1 0 0,-1 0 0,1 0 0,0-1 0,0 1 0,1-1 0,-3-6 0,3 5 0,-1 0 0,0 0 0,-1 1 0,0-1 0,-7-9 0,62 51 0,-31-14 0,0 0 0,-2 1 0,21 30 0,-28-39-1365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1:02.430"/>
    </inkml:context>
    <inkml:brush xml:id="br0">
      <inkml:brushProperty name="width" value="0.35" units="cm"/>
      <inkml:brushProperty name="height" value="0.35" units="cm"/>
      <inkml:brushProperty name="color" value="#FFFFFF"/>
    </inkml:brush>
  </inkml:definitions>
  <inkml:trace contextRef="#ctx0" brushRef="#br0">243 257 24575,'-3'0'0,"0"0"0,0 0 0,0 0 0,0-1 0,0 0 0,1 1 0,-1-1 0,0 0 0,0 0 0,1 0 0,-1-1 0,1 1 0,-1-1 0,1 1 0,0-1 0,-1 0 0,-2-3 0,0-2 0,-1 0 0,1 0 0,0-1 0,-4-10 0,6 12 0,0 0 0,0 0 0,0 0 0,-1 1 0,0 0 0,0-1 0,0 1 0,-1 1 0,0-1 0,-8-6 0,6 8 0,1 0 0,0 1 0,-1 0 0,1 0 0,-11-1 0,12 2 0,0 0 0,0 0 0,1 0 0,-1 0 0,0-1 0,1 0 0,-1 0 0,1 0 0,0 0 0,-7-5 0,11 7 0,-1-1 0,1 0 0,-1 0 0,1 1 0,0-1 0,-1 0 0,1 0 0,0 0 0,0 0 0,-1 0 0,1 1 0,0-1 0,0 0 0,0 0 0,0 0 0,0 0 0,0 0 0,0 0 0,0 1 0,1-1 0,-1 0 0,0 0 0,0 0 0,1 0 0,-1 0 0,1 0 0,15-27 0,-8 16 0,-7 10 0,0 1 0,-1-1 0,1 1 0,0-1 0,1 1 0,-1-1 0,0 1 0,0 0 0,1 0 0,-1 0 0,0 0 0,1 0 0,-1 0 0,1 0 0,-1 0 0,1 0 0,0 1 0,-1-1 0,1 1 0,2-1 0,0 0 0,-1 1 0,1 0 0,-1 0 0,1 1 0,-1-1 0,0 1 0,1 0 0,-1 0 0,0 0 0,4 2 0,8 4 0,-1 1 0,0 1 0,21 16 0,-28-20 0,16 14 0,-1 0 0,-1 2 0,0 0 0,-2 1 0,0 1 0,18 32 0,-32-45 0,-1 0 0,0 0 0,0 1 0,-2-1 0,1 1 0,-1 0 0,-1 0 0,0 0 0,0 0 0,-1 0 0,-2 12 0,3 30 0,-1-50 0,1 0 0,-1 0 0,1 0 0,-1 0 0,1 0 0,0 0 0,0 0 0,0 0 0,1 0 0,-1 0 0,1-1 0,-1 1 0,1 0 0,0-1 0,0 0 0,0 1 0,4 2 0,1 0 0,1 0 0,-1-1 0,1 0 0,14 6 0,24 13 0,-44-21-85,1 1 0,-1-1-1,0 0 1,0 1 0,0-1-1,0 1 1,0 0 0,-1-1-1,1 1 1,-1 0 0,0 0-1,0 0 1,0 0 0,0 1-1,0 4 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2:01.070"/>
    </inkml:context>
    <inkml:brush xml:id="br0">
      <inkml:brushProperty name="width" value="0.2" units="cm"/>
      <inkml:brushProperty name="height" value="0.2" units="cm"/>
      <inkml:brushProperty name="color" value="#FFFFFF"/>
    </inkml:brush>
  </inkml:definitions>
  <inkml:trace contextRef="#ctx0" brushRef="#br0">386 104 24575,'-6'0'0,"1"1"0,0 0 0,0 0 0,0 0 0,0 1 0,0 0 0,0 0 0,0 0 0,-5 4 0,-42 29 0,42-28 0,5-2 0,0-1 0,1 1 0,0 0 0,0 0 0,0 0 0,1 1 0,-1 0 0,1-1 0,1 1 0,-3 7 0,-21 34 0,-4-6 0,13-16 0,-23 24 0,34-42 0,0-1 0,-1 0 0,0 0 0,0 0 0,-1-1 0,1 0 0,-1-1 0,-9 4 0,16-7 0,0-1 0,0 0 0,1 1 0,-1-1 0,0 0 0,0 0 0,0 1 0,0-1 0,0 0 0,0 0 0,1 0 0,-1 0 0,0 0 0,0 0 0,0-1 0,0 1 0,0 0 0,0 0 0,1-1 0,-1 1 0,0 0 0,0-1 0,0 1 0,1-1 0,-1 1 0,0-1 0,1 1 0,-1-1 0,-1-1 0,1 0 0,-1 0 0,1 0 0,0-1 0,0 1 0,0-1 0,0 1 0,0-1 0,0 0 0,1 1 0,-1-4 0,0-1 0,1-1 0,0 1 0,0 0 0,0 0 0,1-1 0,0 1 0,2-8 0,0 11 0,-1 1 0,0-1 0,1 1 0,0 0 0,-1 0 0,1 1 0,1-1 0,-1 0 0,0 1 0,0 0 0,1 0 0,0 0 0,-1 0 0,1 0 0,0 1 0,6-2 0,-4 1 0,0-1 0,0 1 0,0-1 0,0 0 0,-1-1 0,8-5 0,-8 4 0,0-1 0,-1 0 0,1 0 0,-1 0 0,-1 0 0,1-1 0,-1 0 0,0 0 0,2-8 0,10-21 0,-11 30 0,1 0 0,0 0 0,0 1 0,0-1 0,1 1 0,0 1 0,0-1 0,0 1 0,0 0 0,1 0 0,11-5 0,25-17 0,-15 3 0,-23 18 0,0 0 0,1 0 0,0 1 0,0-1 0,0 1 0,0 1 0,1-1 0,0 1 0,-1 0 0,1 1 0,0-1 0,12-1 0,3 2-1365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09.643"/>
    </inkml:context>
    <inkml:brush xml:id="br0">
      <inkml:brushProperty name="width" value="0.025" units="cm"/>
      <inkml:brushProperty name="height" value="0.025" units="cm"/>
      <inkml:brushProperty name="color" value="#FFFFFF"/>
    </inkml:brush>
  </inkml:definitions>
  <inkml:trace contextRef="#ctx0" brushRef="#br0">181 153 24575,'-181'0'0,"269"0"0,-51 0 0,-29 0 0,-9 0 0,-18 0 0,-30 1 0,47-1 0,-1-1 0,1 1 0,0 0 0,0 0 0,0-1 0,0 1 0,-1-1 0,1 0 0,0 0 0,0 0 0,0 0 0,0 0 0,1 0 0,-1 0 0,0-1 0,-2-2 0,3 4 0,1-1 0,0 1 0,-1 0 0,1-1 0,0 1 0,0-1 0,0 1 0,-1-1 0,1 1 0,0-1 0,0 1 0,0-1 0,0 1 0,0-1 0,0 1 0,0-1 0,0 1 0,0-1 0,0 1 0,0-1 0,0 1 0,0-1 0,0 1 0,0 0 0,1-1 0,-1 1 0,0-1 0,0 1 0,1-1 0,-1 0 0,17-9 0,23 0 0,-37 9 0,-6 1 0,-23-1 0,25 1 0,0 0 0,0 0 0,0 0 0,0 0 0,0 0 0,0-1 0,0 1 0,0 0 0,0 0 0,0-1 0,0 1 0,1-1 0,-1 1 0,0-1 0,0 1 0,0-1 0,0 1 0,1-1 0,-1 0 0,0 1 0,0-3 0,0-1 0,0 0 0,0-1 0,1 1 0,-1 0 0,1-1 0,0 1 0,0 0 0,1-1 0,-1 1 0,1-1 0,0 1 0,1 0 0,1-5 0,-3 7 0,1 1 0,0-1 0,0 1 0,0-1 0,0 1 0,0-1 0,0 1 0,1-1 0,-1 1 0,0 0 0,1 0 0,-1 0 0,1 0 0,-1 0 0,1 0 0,0 0 0,-1 0 0,1 1 0,0-1 0,-1 1 0,1-1 0,0 1 0,0-1 0,0 1 0,0 0 0,-1 0 0,1 0 0,0 0 0,0 0 0,0 1 0,-1-1 0,1 1 0,0-1 0,2 1 0,-3 0 0,0-1 0,1 0 0,-1 1 0,0-1 0,0 1 0,0-1 0,0 1 0,0 0 0,0-1 0,0 1 0,0 0 0,0 0 0,0 0 0,1 1 0,-1-1 0,-1-1 0,0 1 0,0-1 0,0 1 0,1-1 0,-1 1 0,0-1 0,0 1 0,0-1 0,0 1 0,0-1 0,0 1 0,0 0 0,0-1 0,0 1 0,0-1 0,-1 1 0,1-1 0,0 1 0,0-1 0,0 1 0,-1-1 0,1 1 0,-2 1 0,1 0 0,0-1 0,-1 1 0,0 0 0,1-1 0,-1 1 0,0-1 0,0 0 0,0 0 0,0 0 0,0 0 0,0 0 0,-3 1 0,-13 5 0,30-7 0,0-3 0,-27 5 0,14-2 0,0 0 0,0 0 0,1 0 0,-1 0 0,0 0 0,0 1 0,0-1 0,1 0 0,-1 0 0,0 1 0,1-1 0,-1 0 0,0 1 0,1-1 0,-1 1 0,0-1 0,1 1 0,-1-1 0,1 1 0,-1 0 0,1-1 0,-1 1 0,1-1 0,-1 1 0,1 0 0,0 0 0,-1-1 0,1 1 0,0 0 0,-1 0 0,4 26 0,1-4 0,-4-22 0,0 0 0,0 1 0,1-1 0,-1 0 0,0 1 0,0-1 0,1 0 0,-1 0 0,0 1 0,1-1 0,0 0 0,-1 0 0,1 0 0,0 0 0,-1 0 0,1 0 0,0 0 0,0 0 0,0 0 0,0 0 0,0 0 0,0 0 0,0-1 0,1 2 0,31 6 0,-5-1 0,-28-7 0,1 0 0,-1 0 0,0 0 0,0 0 0,0 0 0,1 0 0,-1 0 0,0 0 0,0 0 0,0 0 0,1 1 0,-1-1 0,0 0 0,0 0 0,0 0 0,0 0 0,1 0 0,-1 1 0,0-1 0,0 0 0,0 0 0,0 0 0,0 0 0,0 1 0,1-1 0,-1 0 0,0 0 0,0 0 0,0 1 0,0-1 0,0 0 0,0 0 0,0 0 0,0 1 0,0-1 0,0 0 0,0 0 0,0 0 0,0 1 0,0-1 0,0 0 0,0 1 0,-10 4 0,-16-1 0,5-3 0,-1 0 0,35 0 0,27 6 0,-22 4 0,-18-11 0,1 1 0,-1-1 0,0 1 0,0-1 0,1 1 0,-1-1 0,0 1 0,0-1 0,0 1 0,0-1 0,1 1 0,-1-1 0,0 1 0,0 0 0,0-1 0,0 1 0,0-1 0,-1 1 0,1-1 0,0 1 0,0-1 0,0 1 0,0-1 0,-1 1 0,1-1 0,0 1 0,0-1 0,-1 1 0,1-1 0,0 0 0,-1 2 0,-3 0 0,1 0 0,0 0 0,-1 0 0,0-1 0,1 1 0,-1-1 0,0 1 0,0-1 0,0-1 0,0 1 0,0 0 0,0-1 0,0 0 0,0 0 0,-5-1 0,9 1 0,0 0 0,0 1 0,0-1 0,-1 0 0,1 0 0,0 0 0,0 0 0,0 0 0,0 0 0,0 0 0,-1 0 0,1 0 0,0 0 0,0 0 0,0 0 0,0 0 0,0 0 0,-1 0 0,1 0 0,0 0 0,0 0 0,0 0 0,0 0 0,-1 0 0,1 0 0,0 0 0,0 0 0,0-1 0,0 1 0,0 0 0,0 0 0,-1 0 0,1 0 0,0 0 0,0 0 0,0 0 0,0-1 0,0 1 0,0 0 0,0 0 0,0 0 0,0 0 0,0 0 0,-1-1 0,1 1 0,0 0 0,0 0 0,0 0 0,0 0 0,0 0 0,0-1 0,0 1 0,0 0 0,0 0 0,0 0 0,0 0 0,1-1 0,-1 1 0,0 0 0,0 0 0,0 0 0,0 0 0,0 0 0,0-1 0,0 1 0,12-9 0,-2 2 0,-10 7 0,0 0 0,0 0 0,0 0 0,0 0 0,0 0 0,1 0 0,-1 0 0,0 0 0,0 0 0,0 0 0,0 0 0,0 0 0,0 0 0,0 0 0,0-1 0,0 1 0,0 0 0,0 0 0,0 0 0,0 0 0,0 0 0,0 0 0,0 0 0,0 0 0,1 0 0,-1-1 0,0 1 0,0 0 0,0 0 0,0 0 0,0 0 0,0 0 0,0 0 0,-1 0 0,1 0 0,0 0 0,0-1 0,0 1 0,0 0 0,0 0 0,0 0 0,0 0 0,0 0 0,0 0 0,0 0 0,0 0 0,0 0 0,0 0 0,0 0 0,0-1 0,0 1 0,0 0 0,-1 0 0,1 0 0,0 0 0,0 0 0,0 0 0,0 0 0,0 0 0,0 0 0,0 0 0,0 0 0,0 0 0,-1 0 0,1 0 0,0 0 0,0 0 0,-3-1 0,0 1 0,-1-1 0,1 0 0,0-1 0,0 1 0,0 0 0,1-1 0,-1 0 0,0 1 0,-2-4 0,4 5 0,0-1 0,1 0 0,-1 1 0,1-1 0,0 0 0,-1 1 0,1-1 0,-1 0 0,1 0 0,0 0 0,0 1 0,-1-1 0,1 0 0,0 0 0,0 0 0,0 0 0,0 0 0,0 1 0,0-1 0,0 0 0,0 0 0,0 0 0,1 0 0,-1 1 0,0-1 0,0 0 0,1 0 0,-1 0 0,1 1 0,-1-1 0,0 0 0,1 0 0,0 1 0,-1-1 0,1 0 0,-1 1 0,1-1 0,0 1 0,-1-1 0,1 1 0,0-1 0,0 1 0,-1 0 0,2-1 0,46-26 0,-15 11 0,-30 10 0,-11 1 0,-21 0 0,16 3 0,13 2 0,-1 0 0,0 0 0,0 0 0,1 0 0,-1 0 0,0 0 0,1 0 0,-1 0 0,0-1 0,1 1 0,-1 0 0,1-1 0,-1 1 0,0 0 0,1-1 0,-1 1 0,1-1 0,-1 1 0,1-1 0,-1 1 0,1-1 0,-1 1 0,1-1 0,0 1 0,-1-1 0,1 0 0,0 1 0,-1-1 0,1 0 0,0 1 0,0-1 0,0 0 0,0 1 0,0-1 0,-1-1 0,15-16 0,-11 15 0,-5 2 0,-19-7 0,20 8 0,1 0 0,-1 0 0,1 0 0,-1 0 0,1 0 0,-1 0 0,1 0 0,-1 0 0,1 0 0,-1 1 0,1-1 0,-1 0 0,1 0 0,-1 0 0,1 1 0,-1-1 0,1 0 0,-1 1 0,1-1 0,0 0 0,-1 1 0,1-1 0,-1 0 0,1 1 0,0-1 0,-1 1 0,1-1 0,0 1 0,0-1 0,-1 1 0,1-1 0,0 1 0,0-1 0,0 1 0,0-1 0,0 1 0,0-1 0,0 1 0,0-1 0,0 1 0,0-1 0,0 1 0,0 0 0,0-1 0,0 1 0,0 0 0,0 1 0,1-1 0,-1 1 0,0 0 0,1 0 0,-1 0 0,1 0 0,0-1 0,-1 1 0,1 0 0,0-1 0,0 1 0,0 0 0,0-1 0,0 0 0,1 1 0,-1-1 0,0 1 0,1-1 0,2 2 0,34 14 0,-33-16 0,-1 1 0,0-1 0,1 1 0,-1 0 0,0 0 0,0 1 0,0-1 0,6 6 0,-10-8-30,1 1 0,-1-1-1,1 1 1,-1 0 0,0-1-1,1 1 1,-1 0 0,0-1-1,0 1 1,1 0 0,-1 0-1,0-1 1,0 1 0,0 0-1,0 0 1,0-1-1,0 1 1,0 0 0,0 0-1,0-1 1,0 1 0,-1 0-1,1-1 1,0 1 0,0 0-1,-1 0 1,1-1 0,0 1-1,-1 0 1,1-1 0,-1 1-1,1-1 1,-1 1 0,1-1-1,-1 1 1,1-1 0,-1 1-1,0-1 1,1 1 0,-1-1-1,0 0 1,1 1 0,-1-1-1,-1 1 1,-11 5-6796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24.530"/>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24.874"/>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25.225"/>
    </inkml:context>
    <inkml:brush xml:id="br0">
      <inkml:brushProperty name="width" value="0.025" units="cm"/>
      <inkml:brushProperty name="height" value="0.025" units="cm"/>
      <inkml:brushProperty name="color" value="#FFFFFF"/>
    </inkml:brush>
  </inkml:definitions>
  <inkml:trace contextRef="#ctx0" brushRef="#br0">1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25.585"/>
    </inkml:context>
    <inkml:brush xml:id="br0">
      <inkml:brushProperty name="width" value="0.025" units="cm"/>
      <inkml:brushProperty name="height" value="0.025" units="cm"/>
      <inkml:brushProperty name="color" value="#FFFFFF"/>
    </inkml:brush>
  </inkml:definitions>
  <inkml:trace contextRef="#ctx0" brushRef="#br0">1 1 24575,'0'0'-8191</inkml:trace>
  <inkml:trace contextRef="#ctx0" brushRef="#br0" timeOffset="1">1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36.555"/>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37.117"/>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37.445"/>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5:37.992"/>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46.925"/>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47.534"/>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47.878"/>
    </inkml:context>
    <inkml:brush xml:id="br0">
      <inkml:brushProperty name="width" value="0.025" units="cm"/>
      <inkml:brushProperty name="height" value="0.025" units="cm"/>
      <inkml:brushProperty name="color" value="#FFFFFF"/>
    </inkml:brush>
  </inkml:definitions>
  <inkml:trace contextRef="#ctx0" brushRef="#br0">0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48.487"/>
    </inkml:context>
    <inkml:brush xml:id="br0">
      <inkml:brushProperty name="width" value="0.025" units="cm"/>
      <inkml:brushProperty name="height" value="0.025" units="cm"/>
      <inkml:brushProperty name="color" value="#FFFFFF"/>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2T08:14:51.788"/>
    </inkml:context>
    <inkml:brush xml:id="br0">
      <inkml:brushProperty name="width" value="0.025" units="cm"/>
      <inkml:brushProperty name="height" value="0.025" units="cm"/>
      <inkml:brushProperty name="color" value="#FFFFFF"/>
    </inkml:brush>
  </inkml:definitions>
  <inkml:trace contextRef="#ctx0" brushRef="#br0">1 0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9C464C1A-0585-43DF-8297-C2AAF17FB7DF}" type="datetimeFigureOut">
              <a:rPr lang="en-AU" smtClean="0"/>
              <a:t>4/04/2023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27181852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464C1A-0585-43DF-8297-C2AAF17FB7DF}" type="datetimeFigureOut">
              <a:rPr lang="en-AU" smtClean="0"/>
              <a:t>4/04/2023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90095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9C464C1A-0585-43DF-8297-C2AAF17FB7DF}" type="datetimeFigureOut">
              <a:rPr lang="en-AU" smtClean="0"/>
              <a:t>4/04/2023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416722497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C464C1A-0585-43DF-8297-C2AAF17FB7DF}" type="datetimeFigureOut">
              <a:rPr lang="en-AU" smtClean="0"/>
              <a:t>4/04/2023</a:t>
            </a:fld>
            <a:endParaRPr lang="en-AU"/>
          </a:p>
        </p:txBody>
      </p:sp>
      <p:sp>
        <p:nvSpPr>
          <p:cNvPr id="9" name="Footer Placeholder 8"/>
          <p:cNvSpPr>
            <a:spLocks noGrp="1"/>
          </p:cNvSpPr>
          <p:nvPr>
            <p:ph type="ftr" sz="quarter" idx="11"/>
          </p:nvPr>
        </p:nvSpPr>
        <p:spPr/>
        <p:txBody>
          <a:bodyPr/>
          <a:lstStyle/>
          <a:p>
            <a:endParaRPr lang="en-AU"/>
          </a:p>
        </p:txBody>
      </p:sp>
      <p:sp>
        <p:nvSpPr>
          <p:cNvPr id="10" name="Slide Number Placeholder 9"/>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6432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9C464C1A-0585-43DF-8297-C2AAF17FB7DF}" type="datetimeFigureOut">
              <a:rPr lang="en-AU" smtClean="0"/>
              <a:t>4/04/2023</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4358967-CF36-4C89-9A9F-AC692E9A6A92}" type="slidenum">
              <a:rPr lang="en-AU" smtClean="0"/>
              <a:t>‹#›</a:t>
            </a:fld>
            <a:endParaRPr lang="en-AU"/>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548963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464C1A-0585-43DF-8297-C2AAF17FB7DF}" type="datetimeFigureOut">
              <a:rPr lang="en-AU" smtClean="0"/>
              <a:t>4/04/2023</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738239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464C1A-0585-43DF-8297-C2AAF17FB7DF}" type="datetimeFigureOut">
              <a:rPr lang="en-AU" smtClean="0"/>
              <a:t>4/04/2023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2194399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9C464C1A-0585-43DF-8297-C2AAF17FB7DF}" type="datetimeFigureOut">
              <a:rPr lang="en-AU" smtClean="0"/>
              <a:t>4/04/2023</a:t>
            </a:fld>
            <a:endParaRPr lang="en-AU"/>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AU"/>
          </a:p>
        </p:txBody>
      </p:sp>
      <p:sp>
        <p:nvSpPr>
          <p:cNvPr id="11" name="Slide Number Placeholder 10"/>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954904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9C464C1A-0585-43DF-8297-C2AAF17FB7DF}" type="datetimeFigureOut">
              <a:rPr lang="en-AU" smtClean="0"/>
              <a:t>4/04/2023</a:t>
            </a:fld>
            <a:endParaRPr lang="en-AU"/>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AU"/>
          </a:p>
        </p:txBody>
      </p:sp>
      <p:sp>
        <p:nvSpPr>
          <p:cNvPr id="10" name="Slide Number Placeholder 9"/>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02375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64C1A-0585-43DF-8297-C2AAF17FB7DF}" type="datetimeFigureOut">
              <a:rPr lang="en-AU" smtClean="0"/>
              <a:t>4/04/2023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2743868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464C1A-0585-43DF-8297-C2AAF17FB7DF}" type="datetimeFigureOut">
              <a:rPr lang="en-AU" smtClean="0"/>
              <a:t>4/04/2023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4358967-CF36-4C89-9A9F-AC692E9A6A92}" type="slidenum">
              <a:rPr lang="en-AU" smtClean="0"/>
              <a:t>‹#›</a:t>
            </a:fld>
            <a:endParaRPr lang="en-AU"/>
          </a:p>
        </p:txBody>
      </p:sp>
    </p:spTree>
    <p:extLst>
      <p:ext uri="{BB962C8B-B14F-4D97-AF65-F5344CB8AC3E}">
        <p14:creationId xmlns:p14="http://schemas.microsoft.com/office/powerpoint/2010/main" val="193260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9C464C1A-0585-43DF-8297-C2AAF17FB7DF}" type="datetimeFigureOut">
              <a:rPr lang="en-AU" smtClean="0"/>
              <a:t>4/04/2023</a:t>
            </a:fld>
            <a:endParaRPr lang="en-AU"/>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AU"/>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4358967-CF36-4C89-9A9F-AC692E9A6A92}" type="slidenum">
              <a:rPr lang="en-AU" smtClean="0"/>
              <a:t>‹#›</a:t>
            </a:fld>
            <a:endParaRPr lang="en-AU"/>
          </a:p>
        </p:txBody>
      </p:sp>
    </p:spTree>
    <p:extLst>
      <p:ext uri="{BB962C8B-B14F-4D97-AF65-F5344CB8AC3E}">
        <p14:creationId xmlns:p14="http://schemas.microsoft.com/office/powerpoint/2010/main" val="218610498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3" Type="http://schemas.openxmlformats.org/officeDocument/2006/relationships/image" Target="../media/image9.png"/><Relationship Id="rId18" Type="http://schemas.openxmlformats.org/officeDocument/2006/relationships/customXml" Target="../ink/ink8.xml"/><Relationship Id="rId26" Type="http://schemas.openxmlformats.org/officeDocument/2006/relationships/customXml" Target="../ink/ink12.xml"/><Relationship Id="rId39" Type="http://schemas.openxmlformats.org/officeDocument/2006/relationships/image" Target="../media/image22.png"/><Relationship Id="rId21" Type="http://schemas.openxmlformats.org/officeDocument/2006/relationships/image" Target="../media/image13.png"/><Relationship Id="rId34" Type="http://schemas.openxmlformats.org/officeDocument/2006/relationships/customXml" Target="../ink/ink16.xml"/><Relationship Id="rId42" Type="http://schemas.openxmlformats.org/officeDocument/2006/relationships/customXml" Target="../ink/ink20.xml"/><Relationship Id="rId47" Type="http://schemas.openxmlformats.org/officeDocument/2006/relationships/image" Target="../media/image26.png"/><Relationship Id="rId7" Type="http://schemas.openxmlformats.org/officeDocument/2006/relationships/image" Target="../media/image6.png"/><Relationship Id="rId2" Type="http://schemas.openxmlformats.org/officeDocument/2006/relationships/image" Target="../media/image4.png"/><Relationship Id="rId16" Type="http://schemas.openxmlformats.org/officeDocument/2006/relationships/customXml" Target="../ink/ink7.xml"/><Relationship Id="rId29"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8.png"/><Relationship Id="rId24" Type="http://schemas.openxmlformats.org/officeDocument/2006/relationships/customXml" Target="../ink/ink11.xml"/><Relationship Id="rId32" Type="http://schemas.openxmlformats.org/officeDocument/2006/relationships/customXml" Target="../ink/ink15.xml"/><Relationship Id="rId37" Type="http://schemas.openxmlformats.org/officeDocument/2006/relationships/image" Target="../media/image21.png"/><Relationship Id="rId40" Type="http://schemas.openxmlformats.org/officeDocument/2006/relationships/customXml" Target="../ink/ink19.xml"/><Relationship Id="rId45" Type="http://schemas.openxmlformats.org/officeDocument/2006/relationships/image" Target="../media/image25.png"/><Relationship Id="rId5" Type="http://schemas.openxmlformats.org/officeDocument/2006/relationships/image" Target="../media/image50.png"/><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3.xml"/><Relationship Id="rId36" Type="http://schemas.openxmlformats.org/officeDocument/2006/relationships/customXml" Target="../ink/ink17.xml"/><Relationship Id="rId10" Type="http://schemas.openxmlformats.org/officeDocument/2006/relationships/customXml" Target="../ink/ink4.xml"/><Relationship Id="rId19" Type="http://schemas.openxmlformats.org/officeDocument/2006/relationships/image" Target="../media/image12.png"/><Relationship Id="rId31" Type="http://schemas.openxmlformats.org/officeDocument/2006/relationships/image" Target="../media/image18.png"/><Relationship Id="rId44" Type="http://schemas.openxmlformats.org/officeDocument/2006/relationships/customXml" Target="../ink/ink21.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16.png"/><Relationship Id="rId30" Type="http://schemas.openxmlformats.org/officeDocument/2006/relationships/customXml" Target="../ink/ink14.xml"/><Relationship Id="rId35" Type="http://schemas.openxmlformats.org/officeDocument/2006/relationships/image" Target="../media/image20.png"/><Relationship Id="rId43" Type="http://schemas.openxmlformats.org/officeDocument/2006/relationships/image" Target="../media/image24.png"/><Relationship Id="rId8" Type="http://schemas.openxmlformats.org/officeDocument/2006/relationships/customXml" Target="../ink/ink3.xml"/><Relationship Id="rId3"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8.xml"/><Relationship Id="rId46" Type="http://schemas.openxmlformats.org/officeDocument/2006/relationships/customXml" Target="../ink/ink22.xml"/><Relationship Id="rId20" Type="http://schemas.openxmlformats.org/officeDocument/2006/relationships/customXml" Target="../ink/ink9.xml"/><Relationship Id="rId41"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customXml" Target="../ink/ink28.xml"/><Relationship Id="rId3" Type="http://schemas.openxmlformats.org/officeDocument/2006/relationships/customXml" Target="../ink/ink23.xml"/><Relationship Id="rId7" Type="http://schemas.openxmlformats.org/officeDocument/2006/relationships/customXml" Target="../ink/ink25.xml"/><Relationship Id="rId12" Type="http://schemas.openxmlformats.org/officeDocument/2006/relationships/image" Target="../media/image33.png"/><Relationship Id="rId17" Type="http://schemas.openxmlformats.org/officeDocument/2006/relationships/customXml" Target="../ink/ink31.xml"/><Relationship Id="rId2" Type="http://schemas.openxmlformats.org/officeDocument/2006/relationships/image" Target="../media/image5.png"/><Relationship Id="rId16" Type="http://schemas.openxmlformats.org/officeDocument/2006/relationships/customXml" Target="../ink/ink30.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customXml" Target="../ink/ink27.xml"/><Relationship Id="rId5" Type="http://schemas.openxmlformats.org/officeDocument/2006/relationships/customXml" Target="../ink/ink24.xml"/><Relationship Id="rId15" Type="http://schemas.openxmlformats.org/officeDocument/2006/relationships/customXml" Target="../ink/ink29.xml"/><Relationship Id="rId10" Type="http://schemas.openxmlformats.org/officeDocument/2006/relationships/image" Target="../media/image32.png"/><Relationship Id="rId4" Type="http://schemas.openxmlformats.org/officeDocument/2006/relationships/image" Target="../media/image29.png"/><Relationship Id="rId9" Type="http://schemas.openxmlformats.org/officeDocument/2006/relationships/customXml" Target="../ink/ink26.xml"/><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32.xml"/><Relationship Id="rId1" Type="http://schemas.openxmlformats.org/officeDocument/2006/relationships/slideLayout" Target="../slideLayouts/slideLayout2.xml"/><Relationship Id="rId6" Type="http://schemas.openxmlformats.org/officeDocument/2006/relationships/customXml" Target="../ink/ink35.xml"/><Relationship Id="rId5" Type="http://schemas.openxmlformats.org/officeDocument/2006/relationships/customXml" Target="../ink/ink34.xml"/><Relationship Id="rId4" Type="http://schemas.openxmlformats.org/officeDocument/2006/relationships/customXml" Target="../ink/ink3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customXml" Target="../ink/ink40.xml"/><Relationship Id="rId2" Type="http://schemas.openxmlformats.org/officeDocument/2006/relationships/customXml" Target="../ink/ink36.xml"/><Relationship Id="rId1" Type="http://schemas.openxmlformats.org/officeDocument/2006/relationships/slideLayout" Target="../slideLayouts/slideLayout2.xml"/><Relationship Id="rId6" Type="http://schemas.openxmlformats.org/officeDocument/2006/relationships/customXml" Target="../ink/ink39.xml"/><Relationship Id="rId5" Type="http://schemas.openxmlformats.org/officeDocument/2006/relationships/customXml" Target="../ink/ink38.xml"/><Relationship Id="rId4" Type="http://schemas.openxmlformats.org/officeDocument/2006/relationships/customXml" Target="../ink/ink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rslab.ut.ac.ir/data" TargetMode="External"/><Relationship Id="rId2" Type="http://schemas.openxmlformats.org/officeDocument/2006/relationships/hyperlink" Target="https://www.ehu.eus/ccwintco/index.php/Hyperspectral_Remote_Sensing_Scenes#Pavia_Centre_and_Universi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38DE8-E725-60C6-53CA-0B3E6BE32160}"/>
              </a:ext>
            </a:extLst>
          </p:cNvPr>
          <p:cNvSpPr>
            <a:spLocks noGrp="1"/>
          </p:cNvSpPr>
          <p:nvPr>
            <p:ph type="ctrTitle"/>
          </p:nvPr>
        </p:nvSpPr>
        <p:spPr>
          <a:xfrm>
            <a:off x="1716350" y="2281561"/>
            <a:ext cx="9144000" cy="909391"/>
          </a:xfrm>
        </p:spPr>
        <p:txBody>
          <a:bodyPr>
            <a:normAutofit fontScale="90000"/>
          </a:bodyPr>
          <a:lstStyle/>
          <a:p>
            <a:r>
              <a:rPr lang="en-GB" sz="3600" dirty="0">
                <a:solidFill>
                  <a:schemeClr val="bg1"/>
                </a:solidFill>
                <a:latin typeface="Times New Roman" panose="02020603050405020304" pitchFamily="18" charset="0"/>
                <a:cs typeface="Times New Roman" panose="02020603050405020304" pitchFamily="18" charset="0"/>
              </a:rPr>
              <a:t>HYPER SPECTRAL ANOMALY DETECTION</a:t>
            </a:r>
            <a:endParaRPr lang="en-AU" sz="3600" dirty="0">
              <a:solidFill>
                <a:schemeClr val="bg1"/>
              </a:solidFill>
            </a:endParaRPr>
          </a:p>
        </p:txBody>
      </p:sp>
      <p:sp>
        <p:nvSpPr>
          <p:cNvPr id="3" name="Subtitle 2">
            <a:extLst>
              <a:ext uri="{FF2B5EF4-FFF2-40B4-BE49-F238E27FC236}">
                <a16:creationId xmlns:a16="http://schemas.microsoft.com/office/drawing/2014/main" id="{4BABC7B2-E0E1-AD8F-B0FB-F26FC6B8D0A6}"/>
              </a:ext>
            </a:extLst>
          </p:cNvPr>
          <p:cNvSpPr>
            <a:spLocks noGrp="1"/>
          </p:cNvSpPr>
          <p:nvPr>
            <p:ph type="subTitle" idx="1"/>
          </p:nvPr>
        </p:nvSpPr>
        <p:spPr>
          <a:xfrm>
            <a:off x="1524000" y="3750818"/>
            <a:ext cx="9528700" cy="1984819"/>
          </a:xfrm>
        </p:spPr>
        <p:txBody>
          <a:bodyPr>
            <a:noAutofit/>
          </a:bodyPr>
          <a:lstStyle/>
          <a:p>
            <a:pPr algn="l"/>
            <a:r>
              <a:rPr lang="en-AU" sz="1800" dirty="0">
                <a:solidFill>
                  <a:schemeClr val="bg1"/>
                </a:solidFill>
                <a:latin typeface="Times New Roman" panose="02020603050405020304" pitchFamily="18" charset="0"/>
                <a:cs typeface="Times New Roman" panose="02020603050405020304" pitchFamily="18" charset="0"/>
              </a:rPr>
              <a:t>Under The Guidance Of:					Presented By:</a:t>
            </a:r>
          </a:p>
          <a:p>
            <a:pPr algn="l"/>
            <a:r>
              <a:rPr lang="en-AU" sz="1800" b="1" dirty="0">
                <a:solidFill>
                  <a:schemeClr val="bg1"/>
                </a:solidFill>
                <a:latin typeface="Times New Roman" panose="02020603050405020304" pitchFamily="18" charset="0"/>
                <a:cs typeface="Times New Roman" panose="02020603050405020304" pitchFamily="18" charset="0"/>
              </a:rPr>
              <a:t>Mrs. M. Jyothi Rani </a:t>
            </a:r>
            <a:r>
              <a:rPr lang="en-AU" sz="1800" dirty="0">
                <a:solidFill>
                  <a:schemeClr val="bg1"/>
                </a:solidFill>
                <a:latin typeface="Times New Roman" panose="02020603050405020304" pitchFamily="18" charset="0"/>
                <a:cs typeface="Times New Roman" panose="02020603050405020304" pitchFamily="18" charset="0"/>
              </a:rPr>
              <a:t>					R Sivaram   [4511-19-733-008] </a:t>
            </a:r>
          </a:p>
          <a:p>
            <a:pPr algn="l"/>
            <a:r>
              <a:rPr lang="en-AU" sz="1800" dirty="0">
                <a:solidFill>
                  <a:schemeClr val="bg1"/>
                </a:solidFill>
                <a:latin typeface="Times New Roman" panose="02020603050405020304" pitchFamily="18" charset="0"/>
                <a:cs typeface="Times New Roman" panose="02020603050405020304" pitchFamily="18" charset="0"/>
              </a:rPr>
              <a:t>				         			M Shiva      [4511-19-733-041]</a:t>
            </a:r>
          </a:p>
          <a:p>
            <a:pPr algn="l"/>
            <a:r>
              <a:rPr lang="en-AU" sz="1800" dirty="0">
                <a:solidFill>
                  <a:schemeClr val="bg1"/>
                </a:solidFill>
                <a:latin typeface="Times New Roman" panose="02020603050405020304" pitchFamily="18" charset="0"/>
                <a:cs typeface="Times New Roman" panose="02020603050405020304" pitchFamily="18" charset="0"/>
              </a:rPr>
              <a:t>							B </a:t>
            </a:r>
            <a:r>
              <a:rPr lang="en-AU" sz="1800" dirty="0" err="1">
                <a:solidFill>
                  <a:schemeClr val="bg1"/>
                </a:solidFill>
                <a:latin typeface="Times New Roman" panose="02020603050405020304" pitchFamily="18" charset="0"/>
                <a:cs typeface="Times New Roman" panose="02020603050405020304" pitchFamily="18" charset="0"/>
              </a:rPr>
              <a:t>Srivani</a:t>
            </a:r>
            <a:r>
              <a:rPr lang="en-AU" sz="1800" dirty="0">
                <a:solidFill>
                  <a:schemeClr val="bg1"/>
                </a:solidFill>
                <a:latin typeface="Times New Roman" panose="02020603050405020304" pitchFamily="18" charset="0"/>
                <a:cs typeface="Times New Roman" panose="02020603050405020304" pitchFamily="18" charset="0"/>
              </a:rPr>
              <a:t>     [4511-19-733-004]</a:t>
            </a:r>
          </a:p>
        </p:txBody>
      </p:sp>
      <p:pic>
        <p:nvPicPr>
          <p:cNvPr id="4" name="Picture 2" descr=" ">
            <a:extLst>
              <a:ext uri="{FF2B5EF4-FFF2-40B4-BE49-F238E27FC236}">
                <a16:creationId xmlns:a16="http://schemas.microsoft.com/office/drawing/2014/main" id="{E2C31149-E2A5-CD5E-0408-66E6FA6A55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0724"/>
            <a:ext cx="12192000" cy="232228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251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5B6C-B7B0-3B5A-07C3-7EA341B400B3}"/>
              </a:ext>
            </a:extLst>
          </p:cNvPr>
          <p:cNvSpPr>
            <a:spLocks noGrp="1"/>
          </p:cNvSpPr>
          <p:nvPr>
            <p:ph type="title"/>
          </p:nvPr>
        </p:nvSpPr>
        <p:spPr>
          <a:xfrm>
            <a:off x="328473" y="457200"/>
            <a:ext cx="11540971" cy="669412"/>
          </a:xfrm>
        </p:spPr>
        <p:txBody>
          <a:bodyPr>
            <a:normAutofit fontScale="90000"/>
          </a:bodyPr>
          <a:lstStyle/>
          <a:p>
            <a:r>
              <a:rPr lang="en-US" sz="3100" b="1" dirty="0">
                <a:latin typeface="Times New Roman" panose="02020603050405020304" pitchFamily="18" charset="0"/>
                <a:cs typeface="Times New Roman" panose="02020603050405020304" pitchFamily="18" charset="0"/>
              </a:rPr>
              <a:t>CONTENTS</a:t>
            </a:r>
            <a:endParaRPr lang="en-AU" dirty="0"/>
          </a:p>
        </p:txBody>
      </p:sp>
      <p:sp>
        <p:nvSpPr>
          <p:cNvPr id="3" name="Content Placeholder 2">
            <a:extLst>
              <a:ext uri="{FF2B5EF4-FFF2-40B4-BE49-F238E27FC236}">
                <a16:creationId xmlns:a16="http://schemas.microsoft.com/office/drawing/2014/main" id="{4D642D07-4E52-AADB-B461-E17A01E8A7A2}"/>
              </a:ext>
            </a:extLst>
          </p:cNvPr>
          <p:cNvSpPr>
            <a:spLocks noGrp="1"/>
          </p:cNvSpPr>
          <p:nvPr>
            <p:ph idx="1"/>
          </p:nvPr>
        </p:nvSpPr>
        <p:spPr>
          <a:xfrm>
            <a:off x="328473" y="1473694"/>
            <a:ext cx="11354541" cy="5184559"/>
          </a:xfrm>
        </p:spPr>
        <p:txBody>
          <a:bodyPr>
            <a:noAutofit/>
          </a:bodyPr>
          <a:lstStyle/>
          <a:p>
            <a:r>
              <a:rPr lang="en-US" sz="2000" dirty="0">
                <a:latin typeface="Times New Roman" panose="02020603050405020304" pitchFamily="18" charset="0"/>
                <a:cs typeface="Times New Roman" panose="02020603050405020304" pitchFamily="18" charset="0"/>
              </a:rPr>
              <a:t>OVERVIEW</a:t>
            </a:r>
          </a:p>
          <a:p>
            <a:r>
              <a:rPr lang="en-US" sz="2000" dirty="0">
                <a:latin typeface="Times New Roman" panose="02020603050405020304" pitchFamily="18" charset="0"/>
                <a:cs typeface="Times New Roman" panose="02020603050405020304" pitchFamily="18" charset="0"/>
              </a:rPr>
              <a:t>ABSTRACT</a:t>
            </a:r>
          </a:p>
          <a:p>
            <a:r>
              <a:rPr lang="en-US" sz="2000" dirty="0">
                <a:latin typeface="Times New Roman" panose="02020603050405020304" pitchFamily="18" charset="0"/>
                <a:cs typeface="Times New Roman" panose="02020603050405020304" pitchFamily="18" charset="0"/>
              </a:rPr>
              <a:t>INTRODUCTION</a:t>
            </a:r>
          </a:p>
          <a:p>
            <a:r>
              <a:rPr lang="en-US" sz="2000" dirty="0">
                <a:latin typeface="Times New Roman" panose="02020603050405020304" pitchFamily="18" charset="0"/>
                <a:cs typeface="Times New Roman" panose="02020603050405020304" pitchFamily="18" charset="0"/>
              </a:rPr>
              <a:t>EXISTING SYSTEM</a:t>
            </a:r>
          </a:p>
          <a:p>
            <a:pPr algn="just"/>
            <a:r>
              <a:rPr lang="en-US" sz="2000" dirty="0">
                <a:latin typeface="Times New Roman" panose="02020603050405020304" pitchFamily="18" charset="0"/>
                <a:cs typeface="Times New Roman" panose="02020603050405020304" pitchFamily="18" charset="0"/>
              </a:rPr>
              <a:t>PROPOSED SYSTEM</a:t>
            </a:r>
          </a:p>
          <a:p>
            <a:r>
              <a:rPr lang="en-US" sz="2000" dirty="0">
                <a:latin typeface="Times New Roman" panose="02020603050405020304" pitchFamily="18" charset="0"/>
                <a:cs typeface="Times New Roman" panose="02020603050405020304" pitchFamily="18" charset="0"/>
              </a:rPr>
              <a:t>SYSTEM REQUIREMENTS</a:t>
            </a:r>
          </a:p>
          <a:p>
            <a:r>
              <a:rPr lang="en-US" sz="2000" dirty="0">
                <a:latin typeface="Times New Roman" panose="02020603050405020304" pitchFamily="18" charset="0"/>
                <a:cs typeface="Times New Roman" panose="02020603050405020304" pitchFamily="18" charset="0"/>
              </a:rPr>
              <a:t>SYSTEM ARCHITECTURE</a:t>
            </a:r>
          </a:p>
          <a:p>
            <a:r>
              <a:rPr lang="en-US" sz="2000" dirty="0">
                <a:latin typeface="Times New Roman" panose="02020603050405020304" pitchFamily="18" charset="0"/>
                <a:cs typeface="Times New Roman" panose="02020603050405020304" pitchFamily="18" charset="0"/>
              </a:rPr>
              <a:t>MODULES</a:t>
            </a:r>
          </a:p>
          <a:p>
            <a:r>
              <a:rPr lang="en-AU" sz="2000" dirty="0">
                <a:latin typeface="Times New Roman" panose="02020603050405020304" pitchFamily="18" charset="0"/>
                <a:cs typeface="Times New Roman" panose="02020603050405020304" pitchFamily="18" charset="0"/>
              </a:rPr>
              <a:t>UML DIAGRAMS</a:t>
            </a:r>
          </a:p>
          <a:p>
            <a:r>
              <a:rPr lang="en-AU" sz="2000" dirty="0">
                <a:latin typeface="Times New Roman" panose="02020603050405020304" pitchFamily="18" charset="0"/>
                <a:cs typeface="Times New Roman" panose="02020603050405020304" pitchFamily="18" charset="0"/>
              </a:rPr>
              <a:t>CONCLUSION</a:t>
            </a:r>
          </a:p>
          <a:p>
            <a:r>
              <a:rPr lang="en-AU" sz="2000" dirty="0">
                <a:latin typeface="Times New Roman" panose="02020603050405020304" pitchFamily="18" charset="0"/>
                <a:cs typeface="Times New Roman" panose="02020603050405020304" pitchFamily="18" charset="0"/>
              </a:rPr>
              <a:t>FUTURE SCOPE</a:t>
            </a:r>
          </a:p>
          <a:p>
            <a:r>
              <a:rPr lang="en-AU" sz="2000" i="0" u="none" strike="noStrike" dirty="0">
                <a:solidFill>
                  <a:srgbClr val="231F20"/>
                </a:solidFill>
                <a:effectLst/>
                <a:latin typeface="Times New Roman" panose="02020603050405020304" pitchFamily="18" charset="0"/>
              </a:rPr>
              <a:t>REFERENCES</a:t>
            </a:r>
            <a:endParaRPr lang="en-A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7068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E37C-8C81-282E-4E24-0B3176BF8478}"/>
              </a:ext>
            </a:extLst>
          </p:cNvPr>
          <p:cNvSpPr>
            <a:spLocks noGrp="1"/>
          </p:cNvSpPr>
          <p:nvPr>
            <p:ph type="title"/>
          </p:nvPr>
        </p:nvSpPr>
        <p:spPr>
          <a:xfrm>
            <a:off x="319596" y="423154"/>
            <a:ext cx="11523216" cy="597778"/>
          </a:xfrm>
        </p:spPr>
        <p:txBody>
          <a:bodyPr>
            <a:noAutofit/>
          </a:bodyPr>
          <a:lstStyle/>
          <a:p>
            <a:r>
              <a:rPr lang="en-US" dirty="0">
                <a:latin typeface="Times New Roman" panose="02020603050405020304" pitchFamily="18" charset="0"/>
                <a:cs typeface="Times New Roman" panose="02020603050405020304" pitchFamily="18" charset="0"/>
              </a:rPr>
              <a:t>OVERVIEW</a:t>
            </a:r>
            <a:endParaRPr lang="en-AU"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792B1D-562A-BD25-01B5-EC9B95C3E6A8}"/>
              </a:ext>
            </a:extLst>
          </p:cNvPr>
          <p:cNvSpPr>
            <a:spLocks noGrp="1"/>
          </p:cNvSpPr>
          <p:nvPr>
            <p:ph idx="1"/>
          </p:nvPr>
        </p:nvSpPr>
        <p:spPr>
          <a:xfrm>
            <a:off x="319596" y="1464815"/>
            <a:ext cx="11523216" cy="4687409"/>
          </a:xfrm>
        </p:spPr>
        <p:txBody>
          <a:bodyPr/>
          <a:lstStyle/>
          <a:p>
            <a:pPr algn="just">
              <a:lnSpc>
                <a:spcPct val="150000"/>
              </a:lnSpc>
            </a:pPr>
            <a:r>
              <a:rPr lang="en-AU" sz="1800" dirty="0">
                <a:latin typeface="Times New Roman" panose="02020603050405020304" pitchFamily="18" charset="0"/>
                <a:cs typeface="Times New Roman" panose="02020603050405020304" pitchFamily="18" charset="0"/>
              </a:rPr>
              <a:t>Hyperspectral remote sensing has become one of the frontier remote sensing earth observation technologies [1]</a:t>
            </a:r>
            <a:r>
              <a:rPr lang="en-AU" sz="1800" b="0" i="0" u="none" strike="noStrike" dirty="0">
                <a:solidFill>
                  <a:srgbClr val="231F20"/>
                </a:solidFill>
                <a:effectLst/>
                <a:latin typeface="Times New Roman" panose="02020603050405020304" pitchFamily="18" charset="0"/>
                <a:cs typeface="Times New Roman" panose="02020603050405020304" pitchFamily="18" charset="0"/>
              </a:rPr>
              <a:t>.</a:t>
            </a:r>
          </a:p>
          <a:p>
            <a:pPr algn="just">
              <a:lnSpc>
                <a:spcPct val="150000"/>
              </a:lnSpc>
            </a:pPr>
            <a:r>
              <a:rPr lang="en-AU" dirty="0">
                <a:latin typeface="Times New Roman" panose="02020603050405020304" pitchFamily="18" charset="0"/>
                <a:cs typeface="Times New Roman" panose="02020603050405020304" pitchFamily="18" charset="0"/>
              </a:rPr>
              <a:t>Hyper Spectral images (HSIs) are of wide spectral range and high spectral resolution, so it contains rich spectral information to discriminate physical properties of different materials [2]. </a:t>
            </a:r>
          </a:p>
          <a:p>
            <a:pPr algn="just">
              <a:lnSpc>
                <a:spcPct val="150000"/>
              </a:lnSpc>
            </a:pPr>
            <a:r>
              <a:rPr lang="en-AU" dirty="0">
                <a:latin typeface="Times New Roman" panose="02020603050405020304" pitchFamily="18" charset="0"/>
                <a:cs typeface="Times New Roman" panose="02020603050405020304" pitchFamily="18" charset="0"/>
              </a:rPr>
              <a:t>Therefore, HSI finds many applications in different areas, such as land cover [3] classification, urban change detection, and crop monitoring.</a:t>
            </a:r>
          </a:p>
          <a:p>
            <a:pPr>
              <a:lnSpc>
                <a:spcPct val="150000"/>
              </a:lnSpc>
            </a:pPr>
            <a:r>
              <a:rPr lang="en-US" sz="1800" dirty="0">
                <a:solidFill>
                  <a:schemeClr val="tx1"/>
                </a:solidFill>
                <a:effectLst/>
                <a:latin typeface="Times New Roman" panose="02020603050405020304" pitchFamily="18" charset="0"/>
                <a:ea typeface="Times New Roman" panose="02020603050405020304" pitchFamily="18" charset="0"/>
              </a:rPr>
              <a:t>By considering the limitations and drawbacks of the “Otsu based Isolation Forest” method, we propose a new anomaly detection method for hyperspectral images </a:t>
            </a:r>
            <a:r>
              <a:rPr lang="en-AU" b="0" dirty="0">
                <a:solidFill>
                  <a:schemeClr val="tx1"/>
                </a:solidFill>
                <a:effectLst/>
                <a:latin typeface="Times New Roman" panose="02020603050405020304" pitchFamily="18" charset="0"/>
                <a:cs typeface="Times New Roman" panose="02020603050405020304" pitchFamily="18" charset="0"/>
              </a:rPr>
              <a:t>via Background and Potential Anomaly Detection</a:t>
            </a:r>
            <a:r>
              <a:rPr lang="en-US" sz="1800" dirty="0">
                <a:solidFill>
                  <a:schemeClr val="tx1"/>
                </a:solidFill>
                <a:effectLst/>
                <a:latin typeface="Times New Roman" panose="02020603050405020304" pitchFamily="18" charset="0"/>
                <a:ea typeface="Times New Roman" panose="02020603050405020304" pitchFamily="18" charset="0"/>
              </a:rPr>
              <a:t> in order to effectively detect an anomaly and eliminate the influence of noise.</a:t>
            </a:r>
            <a:endParaRPr lang="en-AU" dirty="0"/>
          </a:p>
        </p:txBody>
      </p:sp>
    </p:spTree>
    <p:extLst>
      <p:ext uri="{BB962C8B-B14F-4D97-AF65-F5344CB8AC3E}">
        <p14:creationId xmlns:p14="http://schemas.microsoft.com/office/powerpoint/2010/main" val="132799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1DE90-5E2B-0398-3B86-23EBC250046F}"/>
              </a:ext>
            </a:extLst>
          </p:cNvPr>
          <p:cNvSpPr>
            <a:spLocks noGrp="1"/>
          </p:cNvSpPr>
          <p:nvPr>
            <p:ph type="title"/>
          </p:nvPr>
        </p:nvSpPr>
        <p:spPr>
          <a:xfrm>
            <a:off x="458679" y="346229"/>
            <a:ext cx="11274641" cy="771744"/>
          </a:xfrm>
        </p:spPr>
        <p:txBody>
          <a:bodyPr/>
          <a:lstStyle/>
          <a:p>
            <a:r>
              <a:rPr lang="en-US" sz="2800" b="1" dirty="0">
                <a:latin typeface="Times New Roman" panose="02020603050405020304" pitchFamily="18" charset="0"/>
                <a:cs typeface="Times New Roman" panose="02020603050405020304" pitchFamily="18" charset="0"/>
              </a:rPr>
              <a:t>ABSTRACT</a:t>
            </a:r>
            <a:endParaRPr lang="en-AU" dirty="0"/>
          </a:p>
        </p:txBody>
      </p:sp>
      <p:sp>
        <p:nvSpPr>
          <p:cNvPr id="3" name="Content Placeholder 2">
            <a:extLst>
              <a:ext uri="{FF2B5EF4-FFF2-40B4-BE49-F238E27FC236}">
                <a16:creationId xmlns:a16="http://schemas.microsoft.com/office/drawing/2014/main" id="{199EB660-8114-7EBE-BD18-15D9A2AEDFB1}"/>
              </a:ext>
            </a:extLst>
          </p:cNvPr>
          <p:cNvSpPr>
            <a:spLocks noGrp="1"/>
          </p:cNvSpPr>
          <p:nvPr>
            <p:ph idx="1"/>
          </p:nvPr>
        </p:nvSpPr>
        <p:spPr>
          <a:xfrm>
            <a:off x="458679" y="1784411"/>
            <a:ext cx="11274641" cy="4598633"/>
          </a:xfrm>
        </p:spPr>
        <p:txBody>
          <a:bodyPr/>
          <a:lstStyle/>
          <a:p>
            <a:pPr marL="0" indent="0" algn="just">
              <a:lnSpc>
                <a:spcPct val="150000"/>
              </a:lnSpc>
              <a:buNone/>
            </a:pPr>
            <a:r>
              <a:rPr lang="en-US" sz="1800" dirty="0">
                <a:solidFill>
                  <a:schemeClr val="tx1"/>
                </a:solidFill>
                <a:effectLst/>
                <a:latin typeface="Times New Roman" panose="02020603050405020304" pitchFamily="18" charset="0"/>
                <a:ea typeface="Times New Roman" panose="02020603050405020304" pitchFamily="18" charset="0"/>
              </a:rPr>
              <a:t>	Hyperspectral anomaly detection involves in many practical applications. The article “Hyperspectral Anomaly Detection With Otsu-Based Isolation Forest” proposes an Otsu-based isolation forest method. These method trains an isolation forest by assembling multiple binary trees. To construct a more discriminative binary tree, Otsu-based splitting criterion is applied to split subsamples into two groups at each division. Then, it feeds each tested pixel into isolation forest and obtains its anomaly score via the average path length throughout isolation forest. Considering the pixels with anomaly attribute values, path length refinement strategy based on distance weight is applied to better distinguish anomaly scores of tested pixels. In this project, By considering the limitations and drawbacks of the aforementioned method, we propose a new anomaly detection method for hyperspectral images </a:t>
            </a:r>
            <a:r>
              <a:rPr lang="en-AU" b="0" dirty="0">
                <a:solidFill>
                  <a:schemeClr val="tx1"/>
                </a:solidFill>
                <a:effectLst/>
                <a:latin typeface="Times New Roman" panose="02020603050405020304" pitchFamily="18" charset="0"/>
                <a:cs typeface="Times New Roman" panose="02020603050405020304" pitchFamily="18" charset="0"/>
              </a:rPr>
              <a:t>via Background and Potential Anomaly Detection</a:t>
            </a:r>
            <a:r>
              <a:rPr lang="en-US" sz="1800" dirty="0">
                <a:solidFill>
                  <a:schemeClr val="tx1"/>
                </a:solidFill>
                <a:effectLst/>
                <a:latin typeface="Times New Roman" panose="02020603050405020304" pitchFamily="18" charset="0"/>
                <a:ea typeface="Times New Roman" panose="02020603050405020304" pitchFamily="18" charset="0"/>
              </a:rPr>
              <a:t> in order to effectively detect an anomaly and eliminate the influence of noise.</a:t>
            </a:r>
            <a:endParaRPr lang="en-AU" dirty="0"/>
          </a:p>
        </p:txBody>
      </p:sp>
    </p:spTree>
    <p:extLst>
      <p:ext uri="{BB962C8B-B14F-4D97-AF65-F5344CB8AC3E}">
        <p14:creationId xmlns:p14="http://schemas.microsoft.com/office/powerpoint/2010/main" val="2442192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83107-EE7E-87BD-06B9-1890D552A8A7}"/>
              </a:ext>
            </a:extLst>
          </p:cNvPr>
          <p:cNvSpPr>
            <a:spLocks noGrp="1"/>
          </p:cNvSpPr>
          <p:nvPr>
            <p:ph type="title"/>
          </p:nvPr>
        </p:nvSpPr>
        <p:spPr>
          <a:xfrm>
            <a:off x="463118" y="405398"/>
            <a:ext cx="11265763" cy="828598"/>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endParaRPr lang="en-AU" dirty="0"/>
          </a:p>
        </p:txBody>
      </p:sp>
      <p:sp>
        <p:nvSpPr>
          <p:cNvPr id="3" name="Content Placeholder 2">
            <a:extLst>
              <a:ext uri="{FF2B5EF4-FFF2-40B4-BE49-F238E27FC236}">
                <a16:creationId xmlns:a16="http://schemas.microsoft.com/office/drawing/2014/main" id="{92C1F474-2A18-3A8C-6619-A5C2F8595A7F}"/>
              </a:ext>
            </a:extLst>
          </p:cNvPr>
          <p:cNvSpPr>
            <a:spLocks noGrp="1"/>
          </p:cNvSpPr>
          <p:nvPr>
            <p:ph idx="1"/>
          </p:nvPr>
        </p:nvSpPr>
        <p:spPr>
          <a:xfrm>
            <a:off x="463118" y="1766657"/>
            <a:ext cx="11265762" cy="4465468"/>
          </a:xfrm>
        </p:spPr>
        <p:txBody>
          <a:bodyPr/>
          <a:lstStyle/>
          <a:p>
            <a:pPr algn="just">
              <a:lnSpc>
                <a:spcPct val="150000"/>
              </a:lnSpc>
            </a:pPr>
            <a:r>
              <a:rPr lang="en-AU" sz="1800" dirty="0">
                <a:latin typeface="Times New Roman" panose="02020603050405020304" pitchFamily="18" charset="0"/>
                <a:cs typeface="Times New Roman" panose="02020603050405020304" pitchFamily="18" charset="0"/>
              </a:rPr>
              <a:t>Hyperspectral remote sensing has become one of the frontier remote sensing earth observation technologies [1]</a:t>
            </a:r>
            <a:r>
              <a:rPr lang="en-AU" sz="1800" b="0" i="0" u="none" strike="noStrike" dirty="0">
                <a:solidFill>
                  <a:srgbClr val="231F20"/>
                </a:solidFill>
                <a:effectLst/>
                <a:latin typeface="Times New Roman" panose="02020603050405020304" pitchFamily="18" charset="0"/>
                <a:cs typeface="Times New Roman" panose="02020603050405020304" pitchFamily="18" charset="0"/>
              </a:rPr>
              <a:t>.</a:t>
            </a:r>
          </a:p>
          <a:p>
            <a:pPr algn="just">
              <a:lnSpc>
                <a:spcPct val="150000"/>
              </a:lnSpc>
            </a:pPr>
            <a:r>
              <a:rPr lang="en-AU" dirty="0">
                <a:latin typeface="Times New Roman" panose="02020603050405020304" pitchFamily="18" charset="0"/>
                <a:cs typeface="Times New Roman" panose="02020603050405020304" pitchFamily="18" charset="0"/>
              </a:rPr>
              <a:t>They can record electromagnetic wave response value reflected or emitted by ground material within the imaging region.</a:t>
            </a:r>
          </a:p>
          <a:p>
            <a:pPr algn="just">
              <a:lnSpc>
                <a:spcPct val="150000"/>
              </a:lnSpc>
            </a:pPr>
            <a:r>
              <a:rPr lang="en-AU" dirty="0">
                <a:latin typeface="Times New Roman" panose="02020603050405020304" pitchFamily="18" charset="0"/>
                <a:cs typeface="Times New Roman" panose="02020603050405020304" pitchFamily="18" charset="0"/>
              </a:rPr>
              <a:t>Hyper Spectral images (HSIs) are of wide spectral range and high spectral resolution, so it contains rich spectral information to discriminate physical properties of different materials [2]. </a:t>
            </a:r>
          </a:p>
          <a:p>
            <a:pPr algn="just">
              <a:lnSpc>
                <a:spcPct val="150000"/>
              </a:lnSpc>
            </a:pPr>
            <a:r>
              <a:rPr lang="en-AU" dirty="0">
                <a:latin typeface="Times New Roman" panose="02020603050405020304" pitchFamily="18" charset="0"/>
                <a:cs typeface="Times New Roman" panose="02020603050405020304" pitchFamily="18" charset="0"/>
              </a:rPr>
              <a:t>Therefore, HSI finds many applications in different areas, such as land cover [3] classification, urban change detection, and crop monitoring.</a:t>
            </a:r>
          </a:p>
        </p:txBody>
      </p:sp>
    </p:spTree>
    <p:extLst>
      <p:ext uri="{BB962C8B-B14F-4D97-AF65-F5344CB8AC3E}">
        <p14:creationId xmlns:p14="http://schemas.microsoft.com/office/powerpoint/2010/main" val="2837064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B2C03-FCDB-736D-7578-2F052B7A9CFA}"/>
              </a:ext>
            </a:extLst>
          </p:cNvPr>
          <p:cNvSpPr>
            <a:spLocks noGrp="1"/>
          </p:cNvSpPr>
          <p:nvPr>
            <p:ph type="title"/>
          </p:nvPr>
        </p:nvSpPr>
        <p:spPr>
          <a:xfrm>
            <a:off x="378782" y="298868"/>
            <a:ext cx="11434438" cy="846352"/>
          </a:xfrm>
        </p:spPr>
        <p:txBody>
          <a:bodyPr/>
          <a:lstStyle/>
          <a:p>
            <a:r>
              <a:rPr lang="en-US" sz="2800" b="1" dirty="0">
                <a:latin typeface="Times New Roman" panose="02020603050405020304" pitchFamily="18" charset="0"/>
                <a:cs typeface="Times New Roman" panose="02020603050405020304" pitchFamily="18" charset="0"/>
              </a:rPr>
              <a:t>EXISTING SYSTEM</a:t>
            </a:r>
            <a:endParaRPr lang="en-AU" dirty="0"/>
          </a:p>
        </p:txBody>
      </p:sp>
      <p:sp>
        <p:nvSpPr>
          <p:cNvPr id="3" name="Content Placeholder 2">
            <a:extLst>
              <a:ext uri="{FF2B5EF4-FFF2-40B4-BE49-F238E27FC236}">
                <a16:creationId xmlns:a16="http://schemas.microsoft.com/office/drawing/2014/main" id="{FD32B087-0B87-BA5D-503C-E1B16B7D2B0B}"/>
              </a:ext>
            </a:extLst>
          </p:cNvPr>
          <p:cNvSpPr>
            <a:spLocks noGrp="1"/>
          </p:cNvSpPr>
          <p:nvPr>
            <p:ph idx="1"/>
          </p:nvPr>
        </p:nvSpPr>
        <p:spPr>
          <a:xfrm>
            <a:off x="378782" y="1534371"/>
            <a:ext cx="11434438" cy="5106125"/>
          </a:xfrm>
        </p:spPr>
        <p:txBody>
          <a:bodyPr>
            <a:normAutofit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The existing method we are considering  is “</a:t>
            </a:r>
            <a:r>
              <a:rPr lang="en-AU" dirty="0">
                <a:latin typeface="Times New Roman" panose="02020603050405020304" pitchFamily="18" charset="0"/>
                <a:cs typeface="Times New Roman" panose="02020603050405020304" pitchFamily="18" charset="0"/>
              </a:rPr>
              <a:t>Otsu-based isolation forest method” for anomaly detection.</a:t>
            </a:r>
          </a:p>
          <a:p>
            <a:pPr algn="just">
              <a:lnSpc>
                <a:spcPct val="150000"/>
              </a:lnSpc>
            </a:pPr>
            <a:r>
              <a:rPr lang="en-AU" dirty="0">
                <a:latin typeface="Times New Roman" panose="02020603050405020304" pitchFamily="18" charset="0"/>
                <a:cs typeface="Times New Roman" panose="02020603050405020304" pitchFamily="18" charset="0"/>
              </a:rPr>
              <a:t>Based on isolation metric, the </a:t>
            </a:r>
            <a:r>
              <a:rPr lang="en-AU" dirty="0" err="1">
                <a:latin typeface="Times New Roman" panose="02020603050405020304" pitchFamily="18" charset="0"/>
                <a:cs typeface="Times New Roman" panose="02020603050405020304" pitchFamily="18" charset="0"/>
              </a:rPr>
              <a:t>iForest</a:t>
            </a:r>
            <a:r>
              <a:rPr lang="en-AU" dirty="0">
                <a:latin typeface="Times New Roman" panose="02020603050405020304" pitchFamily="18" charset="0"/>
                <a:cs typeface="Times New Roman" panose="02020603050405020304" pitchFamily="18" charset="0"/>
              </a:rPr>
              <a:t> method was proposed to detect anomaly instances, which can avoid costly computation [4].</a:t>
            </a:r>
          </a:p>
          <a:p>
            <a:pPr algn="just">
              <a:lnSpc>
                <a:spcPct val="150000"/>
              </a:lnSpc>
            </a:pPr>
            <a:r>
              <a:rPr lang="en-AU" dirty="0">
                <a:latin typeface="Times New Roman" panose="02020603050405020304" pitchFamily="18" charset="0"/>
                <a:cs typeface="Times New Roman" panose="02020603050405020304" pitchFamily="18" charset="0"/>
              </a:rPr>
              <a:t>OIFD is to design appropriate splitting criterion and to improve the estimating measurement for hyperspectral anomaly detection.</a:t>
            </a:r>
          </a:p>
          <a:p>
            <a:pPr marL="0" indent="0" algn="just">
              <a:buNone/>
            </a:pPr>
            <a:endParaRPr lang="en-AU" dirty="0">
              <a:latin typeface="Times New Roman" panose="02020603050405020304" pitchFamily="18" charset="0"/>
              <a:cs typeface="Times New Roman" panose="02020603050405020304" pitchFamily="18" charset="0"/>
            </a:endParaRPr>
          </a:p>
          <a:p>
            <a:pPr marL="0" indent="0" algn="just">
              <a:buNone/>
            </a:pPr>
            <a:r>
              <a:rPr lang="en-AU" b="1" dirty="0">
                <a:latin typeface="Times New Roman" panose="02020603050405020304" pitchFamily="18" charset="0"/>
                <a:cs typeface="Times New Roman" panose="02020603050405020304" pitchFamily="18" charset="0"/>
              </a:rPr>
              <a:t>DISADVANTAGES:</a:t>
            </a:r>
          </a:p>
          <a:p>
            <a:pPr algn="just">
              <a:lnSpc>
                <a:spcPct val="150000"/>
              </a:lnSpc>
            </a:pPr>
            <a:r>
              <a:rPr lang="en-AU" b="0" i="0" dirty="0">
                <a:solidFill>
                  <a:srgbClr val="222222"/>
                </a:solidFill>
                <a:effectLst/>
                <a:latin typeface="Times New Roman" panose="02020603050405020304" pitchFamily="18" charset="0"/>
                <a:cs typeface="Times New Roman" panose="02020603050405020304" pitchFamily="18" charset="0"/>
              </a:rPr>
              <a:t>The model suffers from a bias due to the way the branching takes place.</a:t>
            </a:r>
          </a:p>
          <a:p>
            <a:pPr algn="just">
              <a:lnSpc>
                <a:spcPct val="150000"/>
              </a:lnSpc>
            </a:pPr>
            <a:r>
              <a:rPr lang="en-AU" b="0" i="0" dirty="0">
                <a:solidFill>
                  <a:srgbClr val="222222"/>
                </a:solidFill>
                <a:effectLst/>
                <a:latin typeface="Times New Roman" panose="02020603050405020304" pitchFamily="18" charset="0"/>
                <a:cs typeface="Times New Roman" panose="02020603050405020304" pitchFamily="18" charset="0"/>
              </a:rPr>
              <a:t>The final anomaly score depends on the contamination parameter, provided while training the model.</a:t>
            </a:r>
          </a:p>
          <a:p>
            <a:pPr algn="just">
              <a:lnSpc>
                <a:spcPct val="150000"/>
              </a:lnSpc>
            </a:pPr>
            <a:r>
              <a:rPr lang="en-AU" b="0" i="0" dirty="0">
                <a:solidFill>
                  <a:srgbClr val="282829"/>
                </a:solidFill>
                <a:effectLst/>
                <a:latin typeface="Times New Roman" panose="02020603050405020304" pitchFamily="18" charset="0"/>
                <a:cs typeface="Times New Roman" panose="02020603050405020304" pitchFamily="18" charset="0"/>
              </a:rPr>
              <a:t>Otsu is its assumption of binary classes: It partitions the grayscale histogram to two classes. However in real-world segmentation problems we most generally deal with images having more than two class of segments.</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8688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315E-6C50-41CA-4D48-760D645D508B}"/>
              </a:ext>
            </a:extLst>
          </p:cNvPr>
          <p:cNvSpPr>
            <a:spLocks noGrp="1"/>
          </p:cNvSpPr>
          <p:nvPr>
            <p:ph type="title"/>
          </p:nvPr>
        </p:nvSpPr>
        <p:spPr>
          <a:xfrm>
            <a:off x="427607" y="307131"/>
            <a:ext cx="11336785" cy="810842"/>
          </a:xfrm>
        </p:spPr>
        <p:txBody>
          <a:bodyPr/>
          <a:lstStyle/>
          <a:p>
            <a:r>
              <a:rPr lang="en-US" sz="2800" b="1" dirty="0">
                <a:latin typeface="Times New Roman" panose="02020603050405020304" pitchFamily="18" charset="0"/>
                <a:cs typeface="Times New Roman" panose="02020603050405020304" pitchFamily="18" charset="0"/>
              </a:rPr>
              <a:t>PROPOSED SYSTEM</a:t>
            </a:r>
            <a:endParaRPr lang="en-AU" dirty="0"/>
          </a:p>
        </p:txBody>
      </p:sp>
      <p:sp>
        <p:nvSpPr>
          <p:cNvPr id="3" name="Content Placeholder 2">
            <a:extLst>
              <a:ext uri="{FF2B5EF4-FFF2-40B4-BE49-F238E27FC236}">
                <a16:creationId xmlns:a16="http://schemas.microsoft.com/office/drawing/2014/main" id="{9704E135-DA6D-91DE-AEE9-F82D4E98042F}"/>
              </a:ext>
            </a:extLst>
          </p:cNvPr>
          <p:cNvSpPr>
            <a:spLocks noGrp="1"/>
          </p:cNvSpPr>
          <p:nvPr>
            <p:ph idx="1"/>
          </p:nvPr>
        </p:nvSpPr>
        <p:spPr>
          <a:xfrm>
            <a:off x="427607" y="1589104"/>
            <a:ext cx="11336785" cy="4882718"/>
          </a:xfrm>
        </p:spPr>
        <p:txBody>
          <a:bodyPr/>
          <a:lstStyle/>
          <a:p>
            <a:pPr algn="just">
              <a:lnSpc>
                <a:spcPct val="150000"/>
              </a:lnSpc>
            </a:pPr>
            <a:r>
              <a:rPr lang="en-AU" dirty="0">
                <a:latin typeface="Times New Roman" panose="02020603050405020304" pitchFamily="18" charset="0"/>
                <a:cs typeface="Times New Roman" panose="02020603050405020304" pitchFamily="18" charset="0"/>
              </a:rPr>
              <a:t>A new low-rank and sparsity-based anomaly detection model is proposed with two well-designed dictionaries, i.e., background and potential anomaly dictionaries, so that the original data can be properly decomposed into background, anomaly, and noise components.</a:t>
            </a:r>
          </a:p>
          <a:p>
            <a:endParaRPr lang="en-AU" dirty="0">
              <a:latin typeface="Times New Roman" panose="02020603050405020304" pitchFamily="18" charset="0"/>
              <a:cs typeface="Times New Roman" panose="02020603050405020304" pitchFamily="18" charset="0"/>
            </a:endParaRPr>
          </a:p>
          <a:p>
            <a:pPr marL="0" indent="0">
              <a:buNone/>
            </a:pPr>
            <a:r>
              <a:rPr lang="en-AU" b="1" dirty="0">
                <a:latin typeface="Times New Roman" panose="02020603050405020304" pitchFamily="18" charset="0"/>
                <a:cs typeface="Times New Roman" panose="02020603050405020304" pitchFamily="18" charset="0"/>
              </a:rPr>
              <a:t>ADVANTAGES:</a:t>
            </a:r>
          </a:p>
          <a:p>
            <a:pPr algn="just">
              <a:lnSpc>
                <a:spcPct val="150000"/>
              </a:lnSpc>
            </a:pPr>
            <a:r>
              <a:rPr lang="en-AU" b="0" i="0" dirty="0">
                <a:solidFill>
                  <a:srgbClr val="333333"/>
                </a:solidFill>
                <a:effectLst/>
                <a:latin typeface="Times New Roman" panose="02020603050405020304" pitchFamily="18" charset="0"/>
                <a:cs typeface="Times New Roman" panose="02020603050405020304" pitchFamily="18" charset="0"/>
              </a:rPr>
              <a:t>The LRR is employed to mine the lowest-rank representation of hyperspectral data by imposing a low-rank constraint [5].</a:t>
            </a:r>
          </a:p>
          <a:p>
            <a:pPr algn="just">
              <a:lnSpc>
                <a:spcPct val="150000"/>
              </a:lnSpc>
            </a:pPr>
            <a:r>
              <a:rPr lang="en-AU" b="0" i="0" dirty="0">
                <a:solidFill>
                  <a:srgbClr val="333333"/>
                </a:solidFill>
                <a:effectLst/>
                <a:latin typeface="Times New Roman" panose="02020603050405020304" pitchFamily="18" charset="0"/>
                <a:cs typeface="Times New Roman" panose="02020603050405020304" pitchFamily="18" charset="0"/>
              </a:rPr>
              <a:t>To better separate the sparse anomalies from the background component</a:t>
            </a:r>
            <a:r>
              <a:rPr lang="en-AU" dirty="0">
                <a:solidFill>
                  <a:srgbClr val="333333"/>
                </a:solidFill>
                <a:latin typeface="Times New Roman" panose="02020603050405020304" pitchFamily="18" charset="0"/>
                <a:cs typeface="Times New Roman" panose="02020603050405020304" pitchFamily="18" charset="0"/>
              </a:rPr>
              <a:t>.</a:t>
            </a:r>
          </a:p>
          <a:p>
            <a:pPr algn="just">
              <a:lnSpc>
                <a:spcPct val="150000"/>
              </a:lnSpc>
            </a:pPr>
            <a:r>
              <a:rPr lang="en-AU" b="0" i="0" dirty="0">
                <a:solidFill>
                  <a:srgbClr val="333333"/>
                </a:solidFill>
                <a:effectLst/>
                <a:latin typeface="Times New Roman" panose="02020603050405020304" pitchFamily="18" charset="0"/>
                <a:cs typeface="Times New Roman" panose="02020603050405020304" pitchFamily="18" charset="0"/>
              </a:rPr>
              <a:t>The anomaly pixels are more easily distinguished from the background.</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462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CF12D-2865-68B4-6A8E-06C4995273CB}"/>
              </a:ext>
            </a:extLst>
          </p:cNvPr>
          <p:cNvSpPr>
            <a:spLocks noGrp="1"/>
          </p:cNvSpPr>
          <p:nvPr>
            <p:ph type="title"/>
          </p:nvPr>
        </p:nvSpPr>
        <p:spPr>
          <a:xfrm>
            <a:off x="449802" y="334377"/>
            <a:ext cx="11292395" cy="783596"/>
          </a:xfrm>
        </p:spPr>
        <p:txBody>
          <a:bodyPr/>
          <a:lstStyle/>
          <a:p>
            <a:r>
              <a:rPr lang="en-US" sz="2800" b="1" dirty="0">
                <a:latin typeface="Times New Roman" panose="02020603050405020304" pitchFamily="18" charset="0"/>
                <a:cs typeface="Times New Roman" panose="02020603050405020304" pitchFamily="18" charset="0"/>
              </a:rPr>
              <a:t>SYSTEM REQUIREMENTS</a:t>
            </a:r>
            <a:endParaRPr lang="en-AU" dirty="0"/>
          </a:p>
        </p:txBody>
      </p:sp>
      <p:sp>
        <p:nvSpPr>
          <p:cNvPr id="3" name="Content Placeholder 2">
            <a:extLst>
              <a:ext uri="{FF2B5EF4-FFF2-40B4-BE49-F238E27FC236}">
                <a16:creationId xmlns:a16="http://schemas.microsoft.com/office/drawing/2014/main" id="{B2DB8409-9657-2308-5B96-23A552D8BE9F}"/>
              </a:ext>
            </a:extLst>
          </p:cNvPr>
          <p:cNvSpPr>
            <a:spLocks noGrp="1"/>
          </p:cNvSpPr>
          <p:nvPr>
            <p:ph idx="1"/>
          </p:nvPr>
        </p:nvSpPr>
        <p:spPr>
          <a:xfrm>
            <a:off x="449801" y="1553592"/>
            <a:ext cx="11292395" cy="4970031"/>
          </a:xfrm>
        </p:spPr>
        <p:txBody>
          <a:bodyPr/>
          <a:lstStyle/>
          <a:p>
            <a:pPr marL="0" indent="0" algn="just" rtl="0">
              <a:lnSpc>
                <a:spcPct val="150000"/>
              </a:lnSpc>
              <a:spcBef>
                <a:spcPts val="0"/>
              </a:spcBef>
              <a:spcAft>
                <a:spcPts val="0"/>
              </a:spcAft>
              <a:buNone/>
            </a:pPr>
            <a:r>
              <a:rPr lang="en-AU" sz="2000" b="1" i="0" u="none" strike="noStrike" dirty="0">
                <a:solidFill>
                  <a:srgbClr val="000000"/>
                </a:solidFill>
                <a:effectLst/>
                <a:latin typeface="Times New Roman" panose="02020603050405020304" pitchFamily="18" charset="0"/>
              </a:rPr>
              <a:t>Hardware requirements :</a:t>
            </a:r>
          </a:p>
          <a:p>
            <a:pPr marL="0" indent="0" algn="just" rtl="0">
              <a:lnSpc>
                <a:spcPct val="150000"/>
              </a:lnSpc>
              <a:spcBef>
                <a:spcPts val="0"/>
              </a:spcBef>
              <a:spcAft>
                <a:spcPts val="0"/>
              </a:spcAft>
              <a:buNone/>
            </a:pPr>
            <a:r>
              <a:rPr lang="en-AU" sz="1800" b="0" i="0" u="none" strike="noStrike" dirty="0">
                <a:solidFill>
                  <a:srgbClr val="000000"/>
                </a:solidFill>
                <a:effectLst/>
                <a:latin typeface="Times New Roman" panose="02020603050405020304" pitchFamily="18" charset="0"/>
                <a:cs typeface="Times New Roman" panose="02020603050405020304" pitchFamily="18" charset="0"/>
              </a:rPr>
              <a:t>Processor: Intel I3 or Higher Gen</a:t>
            </a:r>
          </a:p>
          <a:p>
            <a:pPr marL="0" indent="0" algn="just" rtl="0">
              <a:lnSpc>
                <a:spcPct val="150000"/>
              </a:lnSpc>
              <a:spcBef>
                <a:spcPts val="0"/>
              </a:spcBef>
              <a:spcAft>
                <a:spcPts val="0"/>
              </a:spcAft>
              <a:buNone/>
            </a:pPr>
            <a:r>
              <a:rPr lang="en-AU" sz="1800" b="0" i="0" u="none" strike="noStrike" dirty="0">
                <a:solidFill>
                  <a:srgbClr val="000000"/>
                </a:solidFill>
                <a:effectLst/>
                <a:latin typeface="Times New Roman" panose="02020603050405020304" pitchFamily="18" charset="0"/>
                <a:cs typeface="Times New Roman" panose="02020603050405020304" pitchFamily="18" charset="0"/>
              </a:rPr>
              <a:t>RAM: Min. 4GB</a:t>
            </a:r>
          </a:p>
          <a:p>
            <a:pPr marL="0" indent="0" algn="just" rtl="0">
              <a:lnSpc>
                <a:spcPct val="150000"/>
              </a:lnSpc>
              <a:spcBef>
                <a:spcPts val="0"/>
              </a:spcBef>
              <a:spcAft>
                <a:spcPts val="0"/>
              </a:spcAft>
              <a:buNone/>
            </a:pPr>
            <a:r>
              <a:rPr lang="en-AU" sz="1800" b="0" i="0" u="none" strike="noStrike" dirty="0">
                <a:solidFill>
                  <a:srgbClr val="000000"/>
                </a:solidFill>
                <a:effectLst/>
                <a:latin typeface="Times New Roman" panose="02020603050405020304" pitchFamily="18" charset="0"/>
                <a:cs typeface="Times New Roman" panose="02020603050405020304" pitchFamily="18" charset="0"/>
              </a:rPr>
              <a:t>Hard Disk: Min. 256 GB</a:t>
            </a:r>
          </a:p>
          <a:p>
            <a:pPr marL="0" indent="0" algn="just" rtl="0">
              <a:lnSpc>
                <a:spcPct val="150000"/>
              </a:lnSpc>
              <a:spcBef>
                <a:spcPts val="1260"/>
              </a:spcBef>
              <a:spcAft>
                <a:spcPts val="0"/>
              </a:spcAft>
              <a:buNone/>
            </a:pPr>
            <a:r>
              <a:rPr lang="en-AU" sz="2000" b="1" i="0" u="none" strike="noStrike" dirty="0">
                <a:solidFill>
                  <a:srgbClr val="000000"/>
                </a:solidFill>
                <a:effectLst/>
                <a:latin typeface="Times New Roman" panose="02020603050405020304" pitchFamily="18" charset="0"/>
              </a:rPr>
              <a:t>Software requirements :</a:t>
            </a:r>
            <a:endParaRPr lang="en-AU" sz="3200" b="0" dirty="0">
              <a:effectLst/>
            </a:endParaRPr>
          </a:p>
          <a:p>
            <a:pPr marL="0" indent="0" algn="just" rtl="0" fontAlgn="base">
              <a:lnSpc>
                <a:spcPct val="150000"/>
              </a:lnSpc>
              <a:spcBef>
                <a:spcPts val="735"/>
              </a:spcBef>
              <a:spcAft>
                <a:spcPts val="0"/>
              </a:spcAft>
              <a:buNone/>
            </a:pPr>
            <a:r>
              <a:rPr lang="en-AU" sz="1800" b="0" i="0" u="none" strike="noStrike" dirty="0">
                <a:solidFill>
                  <a:srgbClr val="000000"/>
                </a:solidFill>
                <a:effectLst/>
                <a:latin typeface="Times New Roman" panose="02020603050405020304" pitchFamily="18" charset="0"/>
              </a:rPr>
              <a:t>Operating System: Windows 7 or Higher Versions</a:t>
            </a:r>
          </a:p>
          <a:p>
            <a:pPr marL="0" indent="0" algn="just" rtl="0" fontAlgn="base">
              <a:lnSpc>
                <a:spcPct val="150000"/>
              </a:lnSpc>
              <a:spcBef>
                <a:spcPts val="735"/>
              </a:spcBef>
              <a:spcAft>
                <a:spcPts val="0"/>
              </a:spcAft>
              <a:buNone/>
            </a:pPr>
            <a:r>
              <a:rPr lang="en-AU" sz="1800" dirty="0">
                <a:solidFill>
                  <a:srgbClr val="000000"/>
                </a:solidFill>
                <a:latin typeface="Times New Roman" panose="02020603050405020304" pitchFamily="18" charset="0"/>
              </a:rPr>
              <a:t>Programming Language: Python</a:t>
            </a:r>
          </a:p>
          <a:p>
            <a:pPr marL="0" indent="0" algn="just" rtl="0" fontAlgn="base">
              <a:lnSpc>
                <a:spcPct val="150000"/>
              </a:lnSpc>
              <a:spcBef>
                <a:spcPts val="735"/>
              </a:spcBef>
              <a:spcAft>
                <a:spcPts val="0"/>
              </a:spcAft>
              <a:buNone/>
            </a:pPr>
            <a:r>
              <a:rPr lang="en-AU" sz="1800" dirty="0">
                <a:solidFill>
                  <a:srgbClr val="000000"/>
                </a:solidFill>
                <a:latin typeface="Times New Roman" panose="02020603050405020304" pitchFamily="18" charset="0"/>
              </a:rPr>
              <a:t>Execution Platform: Spyder IDE</a:t>
            </a:r>
            <a:endParaRPr lang="en-AU" dirty="0"/>
          </a:p>
        </p:txBody>
      </p:sp>
    </p:spTree>
    <p:extLst>
      <p:ext uri="{BB962C8B-B14F-4D97-AF65-F5344CB8AC3E}">
        <p14:creationId xmlns:p14="http://schemas.microsoft.com/office/powerpoint/2010/main" val="3959417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331C-58FC-E430-8B60-4D73A9FAEF23}"/>
              </a:ext>
            </a:extLst>
          </p:cNvPr>
          <p:cNvSpPr>
            <a:spLocks noGrp="1"/>
          </p:cNvSpPr>
          <p:nvPr>
            <p:ph type="title"/>
          </p:nvPr>
        </p:nvSpPr>
        <p:spPr>
          <a:xfrm>
            <a:off x="387658" y="405398"/>
            <a:ext cx="11416683" cy="837475"/>
          </a:xfrm>
        </p:spPr>
        <p:txBody>
          <a:bodyPr/>
          <a:lstStyle/>
          <a:p>
            <a:r>
              <a:rPr lang="en-US" sz="2800" b="1" dirty="0">
                <a:latin typeface="Times New Roman" panose="02020603050405020304" pitchFamily="18" charset="0"/>
                <a:cs typeface="Times New Roman" panose="02020603050405020304" pitchFamily="18" charset="0"/>
              </a:rPr>
              <a:t>SYSTEM ARCHITECTURE</a:t>
            </a:r>
            <a:endParaRPr lang="en-AU" dirty="0"/>
          </a:p>
        </p:txBody>
      </p:sp>
      <p:pic>
        <p:nvPicPr>
          <p:cNvPr id="4" name="Picture 3">
            <a:extLst>
              <a:ext uri="{FF2B5EF4-FFF2-40B4-BE49-F238E27FC236}">
                <a16:creationId xmlns:a16="http://schemas.microsoft.com/office/drawing/2014/main" id="{BC8BD399-87D0-4B6C-DB69-5D0F3E4C9E0F}"/>
              </a:ext>
            </a:extLst>
          </p:cNvPr>
          <p:cNvPicPr>
            <a:picLocks noChangeAspect="1"/>
          </p:cNvPicPr>
          <p:nvPr/>
        </p:nvPicPr>
        <p:blipFill>
          <a:blip r:embed="rId2"/>
          <a:stretch>
            <a:fillRect/>
          </a:stretch>
        </p:blipFill>
        <p:spPr>
          <a:xfrm>
            <a:off x="1204022" y="1623594"/>
            <a:ext cx="9646435" cy="4829008"/>
          </a:xfrm>
          <a:prstGeom prst="rect">
            <a:avLst/>
          </a:prstGeom>
        </p:spPr>
      </p:pic>
    </p:spTree>
    <p:extLst>
      <p:ext uri="{BB962C8B-B14F-4D97-AF65-F5344CB8AC3E}">
        <p14:creationId xmlns:p14="http://schemas.microsoft.com/office/powerpoint/2010/main" val="25676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4AA21-AF62-FC86-C642-9E34F1583333}"/>
              </a:ext>
            </a:extLst>
          </p:cNvPr>
          <p:cNvSpPr>
            <a:spLocks noGrp="1"/>
          </p:cNvSpPr>
          <p:nvPr>
            <p:ph type="title"/>
          </p:nvPr>
        </p:nvSpPr>
        <p:spPr>
          <a:xfrm>
            <a:off x="497150" y="275208"/>
            <a:ext cx="11292396" cy="772357"/>
          </a:xfrm>
        </p:spPr>
        <p:txBody>
          <a:bodyPr>
            <a:normAutofit/>
          </a:bodyPr>
          <a:lstStyle/>
          <a:p>
            <a:r>
              <a:rPr lang="en-US" sz="2800" b="1" dirty="0">
                <a:latin typeface="Times New Roman" panose="02020603050405020304" pitchFamily="18" charset="0"/>
                <a:cs typeface="Times New Roman" panose="02020603050405020304" pitchFamily="18" charset="0"/>
              </a:rPr>
              <a:t>MODULES</a:t>
            </a:r>
            <a:endParaRPr lang="en-AU" dirty="0"/>
          </a:p>
        </p:txBody>
      </p:sp>
      <p:sp>
        <p:nvSpPr>
          <p:cNvPr id="3" name="Content Placeholder 2">
            <a:extLst>
              <a:ext uri="{FF2B5EF4-FFF2-40B4-BE49-F238E27FC236}">
                <a16:creationId xmlns:a16="http://schemas.microsoft.com/office/drawing/2014/main" id="{5DBC5136-A9DA-DCAF-35E3-AC5AB02F8A66}"/>
              </a:ext>
            </a:extLst>
          </p:cNvPr>
          <p:cNvSpPr>
            <a:spLocks noGrp="1"/>
          </p:cNvSpPr>
          <p:nvPr>
            <p:ph idx="1"/>
          </p:nvPr>
        </p:nvSpPr>
        <p:spPr>
          <a:xfrm>
            <a:off x="497150" y="1296140"/>
            <a:ext cx="11292396" cy="2308194"/>
          </a:xfrm>
        </p:spPr>
        <p:txBody>
          <a:bodyPr>
            <a:normAutofit/>
          </a:bodyPr>
          <a:lstStyle/>
          <a:p>
            <a:pPr>
              <a:lnSpc>
                <a:spcPct val="150000"/>
              </a:lnSpc>
            </a:pPr>
            <a:r>
              <a:rPr lang="en-US" dirty="0">
                <a:latin typeface="Times New Roman" panose="02020603050405020304" pitchFamily="18" charset="0"/>
                <a:cs typeface="Times New Roman" panose="02020603050405020304" pitchFamily="18" charset="0"/>
              </a:rPr>
              <a:t>Image Data collection</a:t>
            </a:r>
          </a:p>
          <a:p>
            <a:pPr>
              <a:lnSpc>
                <a:spcPct val="150000"/>
              </a:lnSpc>
            </a:pPr>
            <a:r>
              <a:rPr lang="en-US" dirty="0">
                <a:latin typeface="Times New Roman" panose="02020603050405020304" pitchFamily="18" charset="0"/>
                <a:cs typeface="Times New Roman" panose="02020603050405020304" pitchFamily="18" charset="0"/>
              </a:rPr>
              <a:t>Image Data Processing</a:t>
            </a:r>
          </a:p>
          <a:p>
            <a:pPr>
              <a:lnSpc>
                <a:spcPct val="150000"/>
              </a:lnSpc>
            </a:pPr>
            <a:r>
              <a:rPr lang="en-US" dirty="0">
                <a:latin typeface="Times New Roman" panose="02020603050405020304" pitchFamily="18" charset="0"/>
                <a:cs typeface="Times New Roman" panose="02020603050405020304" pitchFamily="18" charset="0"/>
              </a:rPr>
              <a:t>Dictionary construction</a:t>
            </a:r>
          </a:p>
          <a:p>
            <a:pPr>
              <a:lnSpc>
                <a:spcPct val="150000"/>
              </a:lnSpc>
            </a:pPr>
            <a:r>
              <a:rPr lang="en-US" dirty="0">
                <a:latin typeface="Times New Roman" panose="02020603050405020304" pitchFamily="18" charset="0"/>
                <a:cs typeface="Times New Roman" panose="02020603050405020304" pitchFamily="18" charset="0"/>
              </a:rPr>
              <a:t>Detection Analysis</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35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AEB51-4F6E-0CD5-76D7-29D7AF7E8A54}"/>
              </a:ext>
            </a:extLst>
          </p:cNvPr>
          <p:cNvSpPr>
            <a:spLocks noGrp="1"/>
          </p:cNvSpPr>
          <p:nvPr>
            <p:ph type="title"/>
          </p:nvPr>
        </p:nvSpPr>
        <p:spPr>
          <a:xfrm>
            <a:off x="292964" y="201964"/>
            <a:ext cx="5672828" cy="810091"/>
          </a:xfrm>
        </p:spPr>
        <p:txBody>
          <a:bodyPr/>
          <a:lstStyle/>
          <a:p>
            <a:r>
              <a:rPr lang="en-US" sz="2700" dirty="0">
                <a:latin typeface="Times New Roman" panose="02020603050405020304" pitchFamily="18" charset="0"/>
                <a:cs typeface="Times New Roman" panose="02020603050405020304" pitchFamily="18" charset="0"/>
              </a:rPr>
              <a:t>Image Data collection</a:t>
            </a:r>
            <a:r>
              <a:rPr lang="en-US" sz="2800" dirty="0">
                <a:latin typeface="Times New Roman" panose="02020603050405020304" pitchFamily="18" charset="0"/>
                <a:cs typeface="Times New Roman" panose="02020603050405020304" pitchFamily="18" charset="0"/>
              </a:rPr>
              <a:t>:</a:t>
            </a:r>
            <a:endParaRPr lang="en-AU" sz="2800" dirty="0"/>
          </a:p>
        </p:txBody>
      </p:sp>
      <p:pic>
        <p:nvPicPr>
          <p:cNvPr id="10" name="Picture Placeholder 9">
            <a:extLst>
              <a:ext uri="{FF2B5EF4-FFF2-40B4-BE49-F238E27FC236}">
                <a16:creationId xmlns:a16="http://schemas.microsoft.com/office/drawing/2014/main" id="{9915AF67-30A8-6351-F310-46E0BF34688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509" r="5509"/>
          <a:stretch>
            <a:fillRect/>
          </a:stretch>
        </p:blipFill>
        <p:spPr>
          <a:xfrm>
            <a:off x="6818050" y="754602"/>
            <a:ext cx="4722922" cy="5193437"/>
          </a:xfrm>
        </p:spPr>
      </p:pic>
      <p:sp>
        <p:nvSpPr>
          <p:cNvPr id="4" name="Text Placeholder 3">
            <a:extLst>
              <a:ext uri="{FF2B5EF4-FFF2-40B4-BE49-F238E27FC236}">
                <a16:creationId xmlns:a16="http://schemas.microsoft.com/office/drawing/2014/main" id="{E91FCAFA-7BD4-3CCB-B793-4ED41ED0692F}"/>
              </a:ext>
            </a:extLst>
          </p:cNvPr>
          <p:cNvSpPr>
            <a:spLocks noGrp="1"/>
          </p:cNvSpPr>
          <p:nvPr>
            <p:ph type="body" sz="half" idx="2"/>
          </p:nvPr>
        </p:nvSpPr>
        <p:spPr>
          <a:xfrm>
            <a:off x="150920" y="1296141"/>
            <a:ext cx="5814874" cy="4429956"/>
          </a:xfrm>
        </p:spPr>
        <p:txBody>
          <a:bodyPr/>
          <a:lstStyle/>
          <a:p>
            <a:pPr algn="just">
              <a:lnSpc>
                <a:spcPct val="150000"/>
              </a:lnSpc>
            </a:pPr>
            <a:r>
              <a:rPr lang="en-AU" dirty="0">
                <a:solidFill>
                  <a:srgbClr val="2E2E2E"/>
                </a:solidFill>
                <a:latin typeface="Times New Roman" panose="02020603050405020304" pitchFamily="18" charset="0"/>
                <a:cs typeface="Times New Roman" panose="02020603050405020304" pitchFamily="18" charset="0"/>
              </a:rPr>
              <a:t>      </a:t>
            </a:r>
            <a:r>
              <a:rPr lang="en-AU" b="0" i="0" dirty="0">
                <a:solidFill>
                  <a:srgbClr val="2E2E2E"/>
                </a:solidFill>
                <a:effectLst/>
                <a:latin typeface="Times New Roman" panose="02020603050405020304" pitchFamily="18" charset="0"/>
                <a:cs typeface="Times New Roman" panose="02020603050405020304" pitchFamily="18" charset="0"/>
              </a:rPr>
              <a:t>Required Data consists of Hyperspectral Image’s Hyper Cube.</a:t>
            </a:r>
          </a:p>
          <a:p>
            <a:pPr algn="just">
              <a:lnSpc>
                <a:spcPct val="150000"/>
              </a:lnSpc>
            </a:pPr>
            <a:r>
              <a:rPr lang="en-AU" b="0" i="0" dirty="0">
                <a:solidFill>
                  <a:srgbClr val="111111"/>
                </a:solidFill>
                <a:effectLst/>
                <a:latin typeface="Times New Roman" panose="02020603050405020304" pitchFamily="18" charset="0"/>
                <a:cs typeface="Times New Roman" panose="02020603050405020304" pitchFamily="18" charset="0"/>
              </a:rPr>
              <a:t>      Hyperspectral Imaging is a</a:t>
            </a:r>
            <a:r>
              <a:rPr lang="en-AU" b="1" i="0" dirty="0">
                <a:solidFill>
                  <a:srgbClr val="111111"/>
                </a:solidFill>
                <a:effectLst/>
                <a:latin typeface="Times New Roman" panose="02020603050405020304" pitchFamily="18" charset="0"/>
                <a:cs typeface="Times New Roman" panose="02020603050405020304" pitchFamily="18" charset="0"/>
              </a:rPr>
              <a:t> </a:t>
            </a:r>
            <a:r>
              <a:rPr lang="en-AU" i="0" dirty="0">
                <a:solidFill>
                  <a:srgbClr val="111111"/>
                </a:solidFill>
                <a:effectLst/>
                <a:latin typeface="Times New Roman" panose="02020603050405020304" pitchFamily="18" charset="0"/>
                <a:cs typeface="Times New Roman" panose="02020603050405020304" pitchFamily="18" charset="0"/>
              </a:rPr>
              <a:t>new analytical technique based on   spectroscopy</a:t>
            </a:r>
            <a:r>
              <a:rPr lang="en-AU" b="0" i="0" dirty="0">
                <a:solidFill>
                  <a:srgbClr val="111111"/>
                </a:solidFill>
                <a:effectLst/>
                <a:latin typeface="Times New Roman" panose="02020603050405020304" pitchFamily="18" charset="0"/>
                <a:cs typeface="Times New Roman" panose="02020603050405020304" pitchFamily="18" charset="0"/>
              </a:rPr>
              <a:t>.</a:t>
            </a:r>
            <a:endParaRPr lang="en-AU" b="0" i="0" dirty="0">
              <a:solidFill>
                <a:srgbClr val="2E2E2E"/>
              </a:solidFill>
              <a:effectLst/>
              <a:latin typeface="Times New Roman" panose="02020603050405020304" pitchFamily="18" charset="0"/>
              <a:cs typeface="Times New Roman" panose="02020603050405020304" pitchFamily="18" charset="0"/>
            </a:endParaRPr>
          </a:p>
          <a:p>
            <a:pPr algn="just">
              <a:lnSpc>
                <a:spcPct val="150000"/>
              </a:lnSpc>
            </a:pPr>
            <a:r>
              <a:rPr lang="en-AU" b="0" i="0" dirty="0">
                <a:solidFill>
                  <a:srgbClr val="2E2E2E"/>
                </a:solidFill>
                <a:effectLst/>
                <a:latin typeface="Times New Roman" panose="02020603050405020304" pitchFamily="18" charset="0"/>
                <a:cs typeface="Times New Roman" panose="02020603050405020304" pitchFamily="18" charset="0"/>
              </a:rPr>
              <a:t>      Hyperspectral images are the images in which one continuous spectrum is measured for each pixel.</a:t>
            </a:r>
          </a:p>
          <a:p>
            <a:pPr algn="just">
              <a:lnSpc>
                <a:spcPct val="150000"/>
              </a:lnSpc>
            </a:pPr>
            <a:r>
              <a:rPr lang="en-AU" b="0" i="0" dirty="0">
                <a:solidFill>
                  <a:srgbClr val="292929"/>
                </a:solidFill>
                <a:effectLst/>
                <a:latin typeface="Times New Roman" panose="02020603050405020304" pitchFamily="18" charset="0"/>
                <a:cs typeface="Times New Roman" panose="02020603050405020304" pitchFamily="18" charset="0"/>
              </a:rPr>
              <a:t>      The image acquired from any HSI camera will be in the form of a </a:t>
            </a:r>
            <a:r>
              <a:rPr lang="en-AU" b="0" dirty="0">
                <a:solidFill>
                  <a:srgbClr val="292929"/>
                </a:solidFill>
                <a:effectLst/>
                <a:latin typeface="Times New Roman" panose="02020603050405020304" pitchFamily="18" charset="0"/>
                <a:cs typeface="Times New Roman" panose="02020603050405020304" pitchFamily="18" charset="0"/>
              </a:rPr>
              <a:t>hypercube</a:t>
            </a:r>
            <a:r>
              <a:rPr lang="en-AU" b="0" i="1" dirty="0">
                <a:solidFill>
                  <a:srgbClr val="292929"/>
                </a:solidFill>
                <a:effectLst/>
                <a:latin typeface="Times New Roman" panose="02020603050405020304" pitchFamily="18" charset="0"/>
                <a:cs typeface="Times New Roman" panose="02020603050405020304" pitchFamily="18" charset="0"/>
              </a:rPr>
              <a:t>, </a:t>
            </a:r>
            <a:r>
              <a:rPr lang="en-AU" b="0" i="0" dirty="0">
                <a:solidFill>
                  <a:srgbClr val="292929"/>
                </a:solidFill>
                <a:effectLst/>
                <a:latin typeface="Times New Roman" panose="02020603050405020304" pitchFamily="18" charset="0"/>
                <a:cs typeface="Times New Roman" panose="02020603050405020304" pitchFamily="18" charset="0"/>
              </a:rPr>
              <a:t>having n-dimensional image data.</a:t>
            </a:r>
          </a:p>
          <a:p>
            <a:pPr algn="just">
              <a:lnSpc>
                <a:spcPct val="150000"/>
              </a:lnSpc>
            </a:pPr>
            <a:r>
              <a:rPr lang="en-AU" dirty="0">
                <a:solidFill>
                  <a:srgbClr val="292929"/>
                </a:solidFill>
                <a:latin typeface="Times New Roman" panose="02020603050405020304" pitchFamily="18" charset="0"/>
                <a:cs typeface="Times New Roman" panose="02020603050405020304" pitchFamily="18" charset="0"/>
              </a:rPr>
              <a:t>     Data Sources:    	Grupo De </a:t>
            </a:r>
            <a:r>
              <a:rPr lang="en-AU" dirty="0" err="1">
                <a:solidFill>
                  <a:srgbClr val="292929"/>
                </a:solidFill>
                <a:latin typeface="Times New Roman" panose="02020603050405020304" pitchFamily="18" charset="0"/>
                <a:cs typeface="Times New Roman" panose="02020603050405020304" pitchFamily="18" charset="0"/>
              </a:rPr>
              <a:t>Inteligencia</a:t>
            </a:r>
            <a:r>
              <a:rPr lang="en-AU" dirty="0">
                <a:solidFill>
                  <a:srgbClr val="292929"/>
                </a:solidFill>
                <a:latin typeface="Times New Roman" panose="02020603050405020304" pitchFamily="18" charset="0"/>
                <a:cs typeface="Times New Roman" panose="02020603050405020304" pitchFamily="18" charset="0"/>
              </a:rPr>
              <a:t> </a:t>
            </a:r>
            <a:r>
              <a:rPr lang="en-AU" dirty="0" err="1">
                <a:solidFill>
                  <a:srgbClr val="292929"/>
                </a:solidFill>
                <a:latin typeface="Times New Roman" panose="02020603050405020304" pitchFamily="18" charset="0"/>
                <a:cs typeface="Times New Roman" panose="02020603050405020304" pitchFamily="18" charset="0"/>
              </a:rPr>
              <a:t>Computacional</a:t>
            </a:r>
            <a:r>
              <a:rPr lang="en-AU" dirty="0">
                <a:solidFill>
                  <a:srgbClr val="292929"/>
                </a:solidFill>
                <a:latin typeface="Times New Roman" panose="02020603050405020304" pitchFamily="18" charset="0"/>
                <a:cs typeface="Times New Roman" panose="02020603050405020304" pitchFamily="18" charset="0"/>
              </a:rPr>
              <a:t> [5]</a:t>
            </a:r>
          </a:p>
          <a:p>
            <a:pPr algn="just">
              <a:lnSpc>
                <a:spcPct val="150000"/>
              </a:lnSpc>
            </a:pPr>
            <a:r>
              <a:rPr lang="en-AU" dirty="0">
                <a:solidFill>
                  <a:srgbClr val="292929"/>
                </a:solidFill>
                <a:latin typeface="Times New Roman" panose="02020603050405020304" pitchFamily="18" charset="0"/>
                <a:cs typeface="Times New Roman" panose="02020603050405020304" pitchFamily="18" charset="0"/>
              </a:rPr>
              <a:t>	            	Remote Sensing Laboratory [6]</a:t>
            </a:r>
          </a:p>
        </p:txBody>
      </p:sp>
      <p:sp>
        <p:nvSpPr>
          <p:cNvPr id="5" name="Arrow: Right 4">
            <a:extLst>
              <a:ext uri="{FF2B5EF4-FFF2-40B4-BE49-F238E27FC236}">
                <a16:creationId xmlns:a16="http://schemas.microsoft.com/office/drawing/2014/main" id="{EA12F041-4BFA-BCD5-1D2C-9D60E54B03F9}"/>
              </a:ext>
            </a:extLst>
          </p:cNvPr>
          <p:cNvSpPr/>
          <p:nvPr/>
        </p:nvSpPr>
        <p:spPr>
          <a:xfrm>
            <a:off x="292964" y="1455939"/>
            <a:ext cx="150920" cy="150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rrow: Right 5">
            <a:extLst>
              <a:ext uri="{FF2B5EF4-FFF2-40B4-BE49-F238E27FC236}">
                <a16:creationId xmlns:a16="http://schemas.microsoft.com/office/drawing/2014/main" id="{9D1E4529-D6A3-24E0-C1BC-CC13F157AA00}"/>
              </a:ext>
            </a:extLst>
          </p:cNvPr>
          <p:cNvSpPr/>
          <p:nvPr/>
        </p:nvSpPr>
        <p:spPr>
          <a:xfrm>
            <a:off x="292964" y="1917578"/>
            <a:ext cx="150920" cy="150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Arrow: Right 6">
            <a:extLst>
              <a:ext uri="{FF2B5EF4-FFF2-40B4-BE49-F238E27FC236}">
                <a16:creationId xmlns:a16="http://schemas.microsoft.com/office/drawing/2014/main" id="{7AEB4F7B-B51A-7D3C-F86F-862379B11612}"/>
              </a:ext>
            </a:extLst>
          </p:cNvPr>
          <p:cNvSpPr/>
          <p:nvPr/>
        </p:nvSpPr>
        <p:spPr>
          <a:xfrm>
            <a:off x="292965" y="2734321"/>
            <a:ext cx="150920" cy="150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Right 7">
            <a:extLst>
              <a:ext uri="{FF2B5EF4-FFF2-40B4-BE49-F238E27FC236}">
                <a16:creationId xmlns:a16="http://schemas.microsoft.com/office/drawing/2014/main" id="{57872F02-27DE-6D45-B5BC-70630C4D61ED}"/>
              </a:ext>
            </a:extLst>
          </p:cNvPr>
          <p:cNvSpPr/>
          <p:nvPr/>
        </p:nvSpPr>
        <p:spPr>
          <a:xfrm>
            <a:off x="292965" y="3551064"/>
            <a:ext cx="150920" cy="150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Arrow: Right 2">
            <a:extLst>
              <a:ext uri="{FF2B5EF4-FFF2-40B4-BE49-F238E27FC236}">
                <a16:creationId xmlns:a16="http://schemas.microsoft.com/office/drawing/2014/main" id="{C2C05AB6-112F-9044-F7B8-981E3CE9518B}"/>
              </a:ext>
            </a:extLst>
          </p:cNvPr>
          <p:cNvSpPr/>
          <p:nvPr/>
        </p:nvSpPr>
        <p:spPr>
          <a:xfrm>
            <a:off x="275208" y="4367811"/>
            <a:ext cx="150920" cy="1509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Arrow: Chevron 8">
            <a:extLst>
              <a:ext uri="{FF2B5EF4-FFF2-40B4-BE49-F238E27FC236}">
                <a16:creationId xmlns:a16="http://schemas.microsoft.com/office/drawing/2014/main" id="{06FAB4D0-13B2-A795-A6E9-493A680E58FE}"/>
              </a:ext>
            </a:extLst>
          </p:cNvPr>
          <p:cNvSpPr/>
          <p:nvPr/>
        </p:nvSpPr>
        <p:spPr>
          <a:xfrm>
            <a:off x="1740021" y="4385561"/>
            <a:ext cx="150920" cy="13317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11" name="Arrow: Chevron 10">
            <a:extLst>
              <a:ext uri="{FF2B5EF4-FFF2-40B4-BE49-F238E27FC236}">
                <a16:creationId xmlns:a16="http://schemas.microsoft.com/office/drawing/2014/main" id="{78045BEA-AE28-D75C-C9FA-BE17F0F0982F}"/>
              </a:ext>
            </a:extLst>
          </p:cNvPr>
          <p:cNvSpPr/>
          <p:nvPr/>
        </p:nvSpPr>
        <p:spPr>
          <a:xfrm>
            <a:off x="1740019" y="4844982"/>
            <a:ext cx="150920" cy="13317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Tree>
    <p:extLst>
      <p:ext uri="{BB962C8B-B14F-4D97-AF65-F5344CB8AC3E}">
        <p14:creationId xmlns:p14="http://schemas.microsoft.com/office/powerpoint/2010/main" val="169356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823C-9B97-C2F8-8AAE-C14217049632}"/>
              </a:ext>
            </a:extLst>
          </p:cNvPr>
          <p:cNvSpPr>
            <a:spLocks noGrp="1"/>
          </p:cNvSpPr>
          <p:nvPr>
            <p:ph type="title"/>
          </p:nvPr>
        </p:nvSpPr>
        <p:spPr>
          <a:xfrm>
            <a:off x="307760" y="406273"/>
            <a:ext cx="5515992" cy="783335"/>
          </a:xfrm>
        </p:spPr>
        <p:txBody>
          <a:bodyPr>
            <a:normAutofit/>
          </a:bodyPr>
          <a:lstStyle/>
          <a:p>
            <a:pPr algn="l"/>
            <a:r>
              <a:rPr lang="en-US" sz="2700" dirty="0">
                <a:latin typeface="Times New Roman" panose="02020603050405020304" pitchFamily="18" charset="0"/>
                <a:cs typeface="Times New Roman" panose="02020603050405020304" pitchFamily="18" charset="0"/>
              </a:rPr>
              <a:t>Image Data Processing:</a:t>
            </a:r>
            <a:endParaRPr lang="en-AU" sz="2700" dirty="0"/>
          </a:p>
        </p:txBody>
      </p:sp>
      <p:sp>
        <p:nvSpPr>
          <p:cNvPr id="3" name="Content Placeholder 2">
            <a:extLst>
              <a:ext uri="{FF2B5EF4-FFF2-40B4-BE49-F238E27FC236}">
                <a16:creationId xmlns:a16="http://schemas.microsoft.com/office/drawing/2014/main" id="{457ECEA1-09E5-391F-75FE-79C11460B188}"/>
              </a:ext>
            </a:extLst>
          </p:cNvPr>
          <p:cNvSpPr>
            <a:spLocks noGrp="1"/>
          </p:cNvSpPr>
          <p:nvPr>
            <p:ph idx="1"/>
          </p:nvPr>
        </p:nvSpPr>
        <p:spPr>
          <a:xfrm>
            <a:off x="307759" y="1741397"/>
            <a:ext cx="11576481" cy="3673981"/>
          </a:xfrm>
        </p:spPr>
        <p:txBody>
          <a:bodyPr>
            <a:normAutofit/>
          </a:bodyPr>
          <a:lstStyle/>
          <a:p>
            <a:pPr algn="just">
              <a:lnSpc>
                <a:spcPct val="150000"/>
              </a:lnSpc>
            </a:pPr>
            <a:r>
              <a:rPr lang="en-AU" b="0" i="0" dirty="0">
                <a:solidFill>
                  <a:schemeClr val="tx1"/>
                </a:solidFill>
                <a:effectLst/>
                <a:latin typeface="Times New Roman" panose="02020603050405020304" pitchFamily="18" charset="0"/>
                <a:cs typeface="Times New Roman" panose="02020603050405020304" pitchFamily="18" charset="0"/>
              </a:rPr>
              <a:t>The process of transforming an image into a digital form and performing certain operations to get some useful information from it.</a:t>
            </a:r>
          </a:p>
          <a:p>
            <a:pPr algn="just">
              <a:lnSpc>
                <a:spcPct val="150000"/>
              </a:lnSpc>
            </a:pPr>
            <a:r>
              <a:rPr lang="en-AU" b="0" i="0" dirty="0">
                <a:solidFill>
                  <a:srgbClr val="000000"/>
                </a:solidFill>
                <a:effectLst/>
                <a:latin typeface="Times New Roman" panose="02020603050405020304" pitchFamily="18" charset="0"/>
                <a:cs typeface="Times New Roman" panose="02020603050405020304" pitchFamily="18" charset="0"/>
              </a:rPr>
              <a:t>It is a type of signal processing in which input is an image and output may be image or characteristics/features associated with that image</a:t>
            </a:r>
            <a:r>
              <a:rPr lang="en-AU" dirty="0">
                <a:solidFill>
                  <a:schemeClr val="tx1"/>
                </a:solidFill>
                <a:latin typeface="Times New Roman" panose="02020603050405020304" pitchFamily="18" charset="0"/>
                <a:cs typeface="Times New Roman" panose="02020603050405020304" pitchFamily="18" charset="0"/>
              </a:rPr>
              <a:t>.</a:t>
            </a:r>
          </a:p>
          <a:p>
            <a:pPr algn="just">
              <a:lnSpc>
                <a:spcPct val="150000"/>
              </a:lnSpc>
            </a:pPr>
            <a:r>
              <a:rPr lang="en-AU" b="0" i="0" dirty="0">
                <a:solidFill>
                  <a:srgbClr val="212121"/>
                </a:solidFill>
                <a:effectLst/>
                <a:latin typeface="Times New Roman" panose="02020603050405020304" pitchFamily="18" charset="0"/>
                <a:cs typeface="Times New Roman" panose="02020603050405020304" pitchFamily="18" charset="0"/>
              </a:rPr>
              <a:t>For hyperspectral image processing, the values read from the data file are arranged into a three-dimensional (3-D)</a:t>
            </a:r>
            <a:r>
              <a:rPr lang="en-AU" dirty="0">
                <a:solidFill>
                  <a:srgbClr val="212121"/>
                </a:solidFill>
                <a:latin typeface="Times New Roman" panose="02020603050405020304" pitchFamily="18" charset="0"/>
                <a:cs typeface="Times New Roman" panose="02020603050405020304" pitchFamily="18" charset="0"/>
              </a:rPr>
              <a:t>.</a:t>
            </a:r>
          </a:p>
          <a:p>
            <a:pPr algn="just">
              <a:lnSpc>
                <a:spcPct val="150000"/>
              </a:lnSpc>
            </a:pPr>
            <a:r>
              <a:rPr lang="en-AU" dirty="0">
                <a:solidFill>
                  <a:srgbClr val="212121"/>
                </a:solidFill>
                <a:latin typeface="Times New Roman" panose="02020603050405020304" pitchFamily="18" charset="0"/>
                <a:cs typeface="Times New Roman" panose="02020603050405020304" pitchFamily="18" charset="0"/>
              </a:rPr>
              <a:t>The hypercube function creates a hypercube object and stores the data cube, spectral wavelengths, and the metadata to its properties.</a:t>
            </a:r>
          </a:p>
        </p:txBody>
      </p:sp>
    </p:spTree>
    <p:extLst>
      <p:ext uri="{BB962C8B-B14F-4D97-AF65-F5344CB8AC3E}">
        <p14:creationId xmlns:p14="http://schemas.microsoft.com/office/powerpoint/2010/main" val="2122050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723AB6-60CD-770B-42FB-C2EBC6A617CE}"/>
              </a:ext>
            </a:extLst>
          </p:cNvPr>
          <p:cNvPicPr>
            <a:picLocks noChangeAspect="1"/>
          </p:cNvPicPr>
          <p:nvPr/>
        </p:nvPicPr>
        <p:blipFill rotWithShape="1">
          <a:blip r:embed="rId2">
            <a:extLst>
              <a:ext uri="{28A0092B-C50C-407E-A947-70E740481C1C}">
                <a14:useLocalDpi xmlns:a14="http://schemas.microsoft.com/office/drawing/2010/main" val="0"/>
              </a:ext>
            </a:extLst>
          </a:blip>
          <a:srcRect l="19515" t="23431" r="27548" b="5242"/>
          <a:stretch/>
        </p:blipFill>
        <p:spPr>
          <a:xfrm>
            <a:off x="284084" y="1218460"/>
            <a:ext cx="5071890" cy="3844032"/>
          </a:xfrm>
          <a:prstGeom prst="rect">
            <a:avLst/>
          </a:prstGeom>
        </p:spPr>
      </p:pic>
      <p:pic>
        <p:nvPicPr>
          <p:cNvPr id="5" name="Picture 4">
            <a:extLst>
              <a:ext uri="{FF2B5EF4-FFF2-40B4-BE49-F238E27FC236}">
                <a16:creationId xmlns:a16="http://schemas.microsoft.com/office/drawing/2014/main" id="{3CC4D8BD-13BC-5467-D42A-4EE49F82C602}"/>
              </a:ext>
            </a:extLst>
          </p:cNvPr>
          <p:cNvPicPr>
            <a:picLocks noChangeAspect="1"/>
          </p:cNvPicPr>
          <p:nvPr/>
        </p:nvPicPr>
        <p:blipFill rotWithShape="1">
          <a:blip r:embed="rId3">
            <a:extLst>
              <a:ext uri="{28A0092B-C50C-407E-A947-70E740481C1C}">
                <a14:useLocalDpi xmlns:a14="http://schemas.microsoft.com/office/drawing/2010/main" val="0"/>
              </a:ext>
            </a:extLst>
          </a:blip>
          <a:srcRect l="1" t="10201" r="46584" b="42900"/>
          <a:stretch/>
        </p:blipFill>
        <p:spPr>
          <a:xfrm>
            <a:off x="5712065" y="1218460"/>
            <a:ext cx="6042928" cy="384403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A935C182-73CE-472A-5405-A83144776790}"/>
                  </a:ext>
                </a:extLst>
              </p14:cNvPr>
              <p14:cNvContentPartPr/>
              <p14:nvPr/>
            </p14:nvContentPartPr>
            <p14:xfrm>
              <a:off x="6582513" y="1296993"/>
              <a:ext cx="572760" cy="941040"/>
            </p14:xfrm>
          </p:contentPart>
        </mc:Choice>
        <mc:Fallback xmlns="">
          <p:pic>
            <p:nvPicPr>
              <p:cNvPr id="8" name="Ink 7">
                <a:extLst>
                  <a:ext uri="{FF2B5EF4-FFF2-40B4-BE49-F238E27FC236}">
                    <a16:creationId xmlns:a16="http://schemas.microsoft.com/office/drawing/2014/main" id="{A935C182-73CE-472A-5405-A83144776790}"/>
                  </a:ext>
                </a:extLst>
              </p:cNvPr>
              <p:cNvPicPr/>
              <p:nvPr/>
            </p:nvPicPr>
            <p:blipFill>
              <a:blip r:embed="rId5"/>
              <a:stretch>
                <a:fillRect/>
              </a:stretch>
            </p:blipFill>
            <p:spPr>
              <a:xfrm>
                <a:off x="6519873" y="1233993"/>
                <a:ext cx="698400" cy="1066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4C496FA9-03F1-F669-D6A9-EDA5991C6EA2}"/>
                  </a:ext>
                </a:extLst>
              </p14:cNvPr>
              <p14:cNvContentPartPr/>
              <p14:nvPr/>
            </p14:nvContentPartPr>
            <p14:xfrm>
              <a:off x="8121873" y="1296993"/>
              <a:ext cx="46080" cy="1170720"/>
            </p14:xfrm>
          </p:contentPart>
        </mc:Choice>
        <mc:Fallback xmlns="">
          <p:pic>
            <p:nvPicPr>
              <p:cNvPr id="9" name="Ink 8">
                <a:extLst>
                  <a:ext uri="{FF2B5EF4-FFF2-40B4-BE49-F238E27FC236}">
                    <a16:creationId xmlns:a16="http://schemas.microsoft.com/office/drawing/2014/main" id="{4C496FA9-03F1-F669-D6A9-EDA5991C6EA2}"/>
                  </a:ext>
                </a:extLst>
              </p:cNvPr>
              <p:cNvPicPr/>
              <p:nvPr/>
            </p:nvPicPr>
            <p:blipFill>
              <a:blip r:embed="rId7"/>
              <a:stretch>
                <a:fillRect/>
              </a:stretch>
            </p:blipFill>
            <p:spPr>
              <a:xfrm>
                <a:off x="8058873" y="1234353"/>
                <a:ext cx="171720" cy="1296360"/>
              </a:xfrm>
              <a:prstGeom prst="rect">
                <a:avLst/>
              </a:prstGeom>
            </p:spPr>
          </p:pic>
        </mc:Fallback>
      </mc:AlternateContent>
      <p:grpSp>
        <p:nvGrpSpPr>
          <p:cNvPr id="19" name="Group 18">
            <a:extLst>
              <a:ext uri="{FF2B5EF4-FFF2-40B4-BE49-F238E27FC236}">
                <a16:creationId xmlns:a16="http://schemas.microsoft.com/office/drawing/2014/main" id="{4EA0DE82-2872-1139-5091-5F611D532022}"/>
              </a:ext>
            </a:extLst>
          </p:cNvPr>
          <p:cNvGrpSpPr/>
          <p:nvPr/>
        </p:nvGrpSpPr>
        <p:grpSpPr>
          <a:xfrm>
            <a:off x="8112873" y="2550153"/>
            <a:ext cx="64440" cy="786960"/>
            <a:chOff x="8112873" y="2550153"/>
            <a:chExt cx="64440" cy="786960"/>
          </a:xfrm>
        </p:grpSpPr>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E5E1A535-23FF-D3B6-ADC1-2AD8D0D83C0B}"/>
                    </a:ext>
                  </a:extLst>
                </p14:cNvPr>
                <p14:cNvContentPartPr/>
                <p14:nvPr/>
              </p14:nvContentPartPr>
              <p14:xfrm>
                <a:off x="8140593" y="2550153"/>
                <a:ext cx="27360" cy="163080"/>
              </p14:xfrm>
            </p:contentPart>
          </mc:Choice>
          <mc:Fallback xmlns="">
            <p:pic>
              <p:nvPicPr>
                <p:cNvPr id="11" name="Ink 10">
                  <a:extLst>
                    <a:ext uri="{FF2B5EF4-FFF2-40B4-BE49-F238E27FC236}">
                      <a16:creationId xmlns:a16="http://schemas.microsoft.com/office/drawing/2014/main" id="{E5E1A535-23FF-D3B6-ADC1-2AD8D0D83C0B}"/>
                    </a:ext>
                  </a:extLst>
                </p:cNvPr>
                <p:cNvPicPr/>
                <p:nvPr/>
              </p:nvPicPr>
              <p:blipFill>
                <a:blip r:embed="rId9"/>
                <a:stretch>
                  <a:fillRect/>
                </a:stretch>
              </p:blipFill>
              <p:spPr>
                <a:xfrm>
                  <a:off x="8131593" y="2541513"/>
                  <a:ext cx="450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F0CA4043-F01F-DA95-9864-AD749A60D842}"/>
                    </a:ext>
                  </a:extLst>
                </p14:cNvPr>
                <p14:cNvContentPartPr/>
                <p14:nvPr/>
              </p14:nvContentPartPr>
              <p14:xfrm>
                <a:off x="8140593" y="2647713"/>
                <a:ext cx="360" cy="42120"/>
              </p14:xfrm>
            </p:contentPart>
          </mc:Choice>
          <mc:Fallback xmlns="">
            <p:pic>
              <p:nvPicPr>
                <p:cNvPr id="12" name="Ink 11">
                  <a:extLst>
                    <a:ext uri="{FF2B5EF4-FFF2-40B4-BE49-F238E27FC236}">
                      <a16:creationId xmlns:a16="http://schemas.microsoft.com/office/drawing/2014/main" id="{F0CA4043-F01F-DA95-9864-AD749A60D842}"/>
                    </a:ext>
                  </a:extLst>
                </p:cNvPr>
                <p:cNvPicPr/>
                <p:nvPr/>
              </p:nvPicPr>
              <p:blipFill>
                <a:blip r:embed="rId11"/>
                <a:stretch>
                  <a:fillRect/>
                </a:stretch>
              </p:blipFill>
              <p:spPr>
                <a:xfrm>
                  <a:off x="8131593" y="2638713"/>
                  <a:ext cx="180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27B10D91-AE02-F50D-8E64-3A83B3838742}"/>
                    </a:ext>
                  </a:extLst>
                </p14:cNvPr>
                <p14:cNvContentPartPr/>
                <p14:nvPr/>
              </p14:nvContentPartPr>
              <p14:xfrm>
                <a:off x="8112873" y="2644833"/>
                <a:ext cx="64440" cy="692280"/>
              </p14:xfrm>
            </p:contentPart>
          </mc:Choice>
          <mc:Fallback xmlns="">
            <p:pic>
              <p:nvPicPr>
                <p:cNvPr id="14" name="Ink 13">
                  <a:extLst>
                    <a:ext uri="{FF2B5EF4-FFF2-40B4-BE49-F238E27FC236}">
                      <a16:creationId xmlns:a16="http://schemas.microsoft.com/office/drawing/2014/main" id="{27B10D91-AE02-F50D-8E64-3A83B3838742}"/>
                    </a:ext>
                  </a:extLst>
                </p:cNvPr>
                <p:cNvPicPr/>
                <p:nvPr/>
              </p:nvPicPr>
              <p:blipFill>
                <a:blip r:embed="rId13"/>
                <a:stretch>
                  <a:fillRect/>
                </a:stretch>
              </p:blipFill>
              <p:spPr>
                <a:xfrm>
                  <a:off x="8104233" y="2636193"/>
                  <a:ext cx="82080" cy="709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B8E18410-EAF9-683B-1121-9399FACF0FE2}"/>
                  </a:ext>
                </a:extLst>
              </p14:cNvPr>
              <p14:cNvContentPartPr/>
              <p14:nvPr/>
            </p14:nvContentPartPr>
            <p14:xfrm>
              <a:off x="8148513" y="3318753"/>
              <a:ext cx="28080" cy="346680"/>
            </p14:xfrm>
          </p:contentPart>
        </mc:Choice>
        <mc:Fallback xmlns="">
          <p:pic>
            <p:nvPicPr>
              <p:cNvPr id="15" name="Ink 14">
                <a:extLst>
                  <a:ext uri="{FF2B5EF4-FFF2-40B4-BE49-F238E27FC236}">
                    <a16:creationId xmlns:a16="http://schemas.microsoft.com/office/drawing/2014/main" id="{B8E18410-EAF9-683B-1121-9399FACF0FE2}"/>
                  </a:ext>
                </a:extLst>
              </p:cNvPr>
              <p:cNvPicPr/>
              <p:nvPr/>
            </p:nvPicPr>
            <p:blipFill>
              <a:blip r:embed="rId15"/>
              <a:stretch>
                <a:fillRect/>
              </a:stretch>
            </p:blipFill>
            <p:spPr>
              <a:xfrm>
                <a:off x="8139513" y="3310113"/>
                <a:ext cx="45720" cy="364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5466D8E2-41ED-1A74-CE66-3932A8ED5FAB}"/>
                  </a:ext>
                </a:extLst>
              </p14:cNvPr>
              <p14:cNvContentPartPr/>
              <p14:nvPr/>
            </p14:nvContentPartPr>
            <p14:xfrm>
              <a:off x="8148873" y="3402993"/>
              <a:ext cx="27720" cy="715320"/>
            </p14:xfrm>
          </p:contentPart>
        </mc:Choice>
        <mc:Fallback xmlns="">
          <p:pic>
            <p:nvPicPr>
              <p:cNvPr id="16" name="Ink 15">
                <a:extLst>
                  <a:ext uri="{FF2B5EF4-FFF2-40B4-BE49-F238E27FC236}">
                    <a16:creationId xmlns:a16="http://schemas.microsoft.com/office/drawing/2014/main" id="{5466D8E2-41ED-1A74-CE66-3932A8ED5FAB}"/>
                  </a:ext>
                </a:extLst>
              </p:cNvPr>
              <p:cNvPicPr/>
              <p:nvPr/>
            </p:nvPicPr>
            <p:blipFill>
              <a:blip r:embed="rId17"/>
              <a:stretch>
                <a:fillRect/>
              </a:stretch>
            </p:blipFill>
            <p:spPr>
              <a:xfrm>
                <a:off x="8140233" y="3393993"/>
                <a:ext cx="45360" cy="732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CB06F618-30F9-64BF-ED47-3B9B28271AC8}"/>
                  </a:ext>
                </a:extLst>
              </p14:cNvPr>
              <p14:cNvContentPartPr/>
              <p14:nvPr/>
            </p14:nvContentPartPr>
            <p14:xfrm>
              <a:off x="8166873" y="4127673"/>
              <a:ext cx="18720" cy="762840"/>
            </p14:xfrm>
          </p:contentPart>
        </mc:Choice>
        <mc:Fallback xmlns="">
          <p:pic>
            <p:nvPicPr>
              <p:cNvPr id="17" name="Ink 16">
                <a:extLst>
                  <a:ext uri="{FF2B5EF4-FFF2-40B4-BE49-F238E27FC236}">
                    <a16:creationId xmlns:a16="http://schemas.microsoft.com/office/drawing/2014/main" id="{CB06F618-30F9-64BF-ED47-3B9B28271AC8}"/>
                  </a:ext>
                </a:extLst>
              </p:cNvPr>
              <p:cNvPicPr/>
              <p:nvPr/>
            </p:nvPicPr>
            <p:blipFill>
              <a:blip r:embed="rId19"/>
              <a:stretch>
                <a:fillRect/>
              </a:stretch>
            </p:blipFill>
            <p:spPr>
              <a:xfrm>
                <a:off x="8158233" y="4119033"/>
                <a:ext cx="36360" cy="780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E40CB64F-C3A2-AA41-A4E5-B58670286F24}"/>
                  </a:ext>
                </a:extLst>
              </p14:cNvPr>
              <p14:cNvContentPartPr/>
              <p14:nvPr/>
            </p14:nvContentPartPr>
            <p14:xfrm>
              <a:off x="7960233" y="4126233"/>
              <a:ext cx="225000" cy="774360"/>
            </p14:xfrm>
          </p:contentPart>
        </mc:Choice>
        <mc:Fallback xmlns="">
          <p:pic>
            <p:nvPicPr>
              <p:cNvPr id="18" name="Ink 17">
                <a:extLst>
                  <a:ext uri="{FF2B5EF4-FFF2-40B4-BE49-F238E27FC236}">
                    <a16:creationId xmlns:a16="http://schemas.microsoft.com/office/drawing/2014/main" id="{E40CB64F-C3A2-AA41-A4E5-B58670286F24}"/>
                  </a:ext>
                </a:extLst>
              </p:cNvPr>
              <p:cNvPicPr/>
              <p:nvPr/>
            </p:nvPicPr>
            <p:blipFill>
              <a:blip r:embed="rId21"/>
              <a:stretch>
                <a:fillRect/>
              </a:stretch>
            </p:blipFill>
            <p:spPr>
              <a:xfrm>
                <a:off x="7951233" y="4117593"/>
                <a:ext cx="242640" cy="79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BCDD7D68-1E57-2E5B-DD72-0FA4DC13914F}"/>
                  </a:ext>
                </a:extLst>
              </p14:cNvPr>
              <p14:cNvContentPartPr/>
              <p14:nvPr/>
            </p14:nvContentPartPr>
            <p14:xfrm>
              <a:off x="7481073" y="5006793"/>
              <a:ext cx="42840" cy="41040"/>
            </p14:xfrm>
          </p:contentPart>
        </mc:Choice>
        <mc:Fallback xmlns="">
          <p:pic>
            <p:nvPicPr>
              <p:cNvPr id="21" name="Ink 20">
                <a:extLst>
                  <a:ext uri="{FF2B5EF4-FFF2-40B4-BE49-F238E27FC236}">
                    <a16:creationId xmlns:a16="http://schemas.microsoft.com/office/drawing/2014/main" id="{BCDD7D68-1E57-2E5B-DD72-0FA4DC13914F}"/>
                  </a:ext>
                </a:extLst>
              </p:cNvPr>
              <p:cNvPicPr/>
              <p:nvPr/>
            </p:nvPicPr>
            <p:blipFill>
              <a:blip r:embed="rId23"/>
              <a:stretch>
                <a:fillRect/>
              </a:stretch>
            </p:blipFill>
            <p:spPr>
              <a:xfrm>
                <a:off x="7472433" y="4998153"/>
                <a:ext cx="6048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3" name="Ink 22">
                <a:extLst>
                  <a:ext uri="{FF2B5EF4-FFF2-40B4-BE49-F238E27FC236}">
                    <a16:creationId xmlns:a16="http://schemas.microsoft.com/office/drawing/2014/main" id="{1268D4B3-9BEC-0B12-C5BC-BB5A7BA71C7B}"/>
                  </a:ext>
                </a:extLst>
              </p14:cNvPr>
              <p14:cNvContentPartPr/>
              <p14:nvPr/>
            </p14:nvContentPartPr>
            <p14:xfrm>
              <a:off x="8113593" y="4988073"/>
              <a:ext cx="921600" cy="69840"/>
            </p14:xfrm>
          </p:contentPart>
        </mc:Choice>
        <mc:Fallback xmlns="">
          <p:pic>
            <p:nvPicPr>
              <p:cNvPr id="23" name="Ink 22">
                <a:extLst>
                  <a:ext uri="{FF2B5EF4-FFF2-40B4-BE49-F238E27FC236}">
                    <a16:creationId xmlns:a16="http://schemas.microsoft.com/office/drawing/2014/main" id="{1268D4B3-9BEC-0B12-C5BC-BB5A7BA71C7B}"/>
                  </a:ext>
                </a:extLst>
              </p:cNvPr>
              <p:cNvPicPr/>
              <p:nvPr/>
            </p:nvPicPr>
            <p:blipFill>
              <a:blip r:embed="rId25"/>
              <a:stretch>
                <a:fillRect/>
              </a:stretch>
            </p:blipFill>
            <p:spPr>
              <a:xfrm>
                <a:off x="8104953" y="4979433"/>
                <a:ext cx="93924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CB11D5AD-49D0-0BEF-9D0A-B12F068B39BC}"/>
                  </a:ext>
                </a:extLst>
              </p14:cNvPr>
              <p14:cNvContentPartPr/>
              <p14:nvPr/>
            </p14:nvContentPartPr>
            <p14:xfrm>
              <a:off x="8763033" y="4988433"/>
              <a:ext cx="923400" cy="72720"/>
            </p14:xfrm>
          </p:contentPart>
        </mc:Choice>
        <mc:Fallback xmlns="">
          <p:pic>
            <p:nvPicPr>
              <p:cNvPr id="24" name="Ink 23">
                <a:extLst>
                  <a:ext uri="{FF2B5EF4-FFF2-40B4-BE49-F238E27FC236}">
                    <a16:creationId xmlns:a16="http://schemas.microsoft.com/office/drawing/2014/main" id="{CB11D5AD-49D0-0BEF-9D0A-B12F068B39BC}"/>
                  </a:ext>
                </a:extLst>
              </p:cNvPr>
              <p:cNvPicPr/>
              <p:nvPr/>
            </p:nvPicPr>
            <p:blipFill>
              <a:blip r:embed="rId27"/>
              <a:stretch>
                <a:fillRect/>
              </a:stretch>
            </p:blipFill>
            <p:spPr>
              <a:xfrm>
                <a:off x="8754033" y="4979793"/>
                <a:ext cx="94104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8631343B-8C0A-4D59-5134-9099A90A02D1}"/>
                  </a:ext>
                </a:extLst>
              </p14:cNvPr>
              <p14:cNvContentPartPr/>
              <p14:nvPr/>
            </p14:nvContentPartPr>
            <p14:xfrm>
              <a:off x="9315633" y="4996353"/>
              <a:ext cx="1532160" cy="65520"/>
            </p14:xfrm>
          </p:contentPart>
        </mc:Choice>
        <mc:Fallback xmlns="">
          <p:pic>
            <p:nvPicPr>
              <p:cNvPr id="27" name="Ink 26">
                <a:extLst>
                  <a:ext uri="{FF2B5EF4-FFF2-40B4-BE49-F238E27FC236}">
                    <a16:creationId xmlns:a16="http://schemas.microsoft.com/office/drawing/2014/main" id="{8631343B-8C0A-4D59-5134-9099A90A02D1}"/>
                  </a:ext>
                </a:extLst>
              </p:cNvPr>
              <p:cNvPicPr/>
              <p:nvPr/>
            </p:nvPicPr>
            <p:blipFill>
              <a:blip r:embed="rId29"/>
              <a:stretch>
                <a:fillRect/>
              </a:stretch>
            </p:blipFill>
            <p:spPr>
              <a:xfrm>
                <a:off x="9306633" y="4987353"/>
                <a:ext cx="15498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FAF16E32-B527-92A7-390A-923F69157F9B}"/>
                  </a:ext>
                </a:extLst>
              </p14:cNvPr>
              <p14:cNvContentPartPr/>
              <p14:nvPr/>
            </p14:nvContentPartPr>
            <p14:xfrm>
              <a:off x="9325353" y="4995993"/>
              <a:ext cx="857160" cy="66960"/>
            </p14:xfrm>
          </p:contentPart>
        </mc:Choice>
        <mc:Fallback xmlns="">
          <p:pic>
            <p:nvPicPr>
              <p:cNvPr id="29" name="Ink 28">
                <a:extLst>
                  <a:ext uri="{FF2B5EF4-FFF2-40B4-BE49-F238E27FC236}">
                    <a16:creationId xmlns:a16="http://schemas.microsoft.com/office/drawing/2014/main" id="{FAF16E32-B527-92A7-390A-923F69157F9B}"/>
                  </a:ext>
                </a:extLst>
              </p:cNvPr>
              <p:cNvPicPr/>
              <p:nvPr/>
            </p:nvPicPr>
            <p:blipFill>
              <a:blip r:embed="rId31"/>
              <a:stretch>
                <a:fillRect/>
              </a:stretch>
            </p:blipFill>
            <p:spPr>
              <a:xfrm>
                <a:off x="9316353" y="4986993"/>
                <a:ext cx="87480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B79C8930-A729-B12A-DA5F-841F33A6945B}"/>
                  </a:ext>
                </a:extLst>
              </p14:cNvPr>
              <p14:cNvContentPartPr/>
              <p14:nvPr/>
            </p14:nvContentPartPr>
            <p14:xfrm>
              <a:off x="9614073" y="5024073"/>
              <a:ext cx="310320" cy="27000"/>
            </p14:xfrm>
          </p:contentPart>
        </mc:Choice>
        <mc:Fallback xmlns="">
          <p:pic>
            <p:nvPicPr>
              <p:cNvPr id="30" name="Ink 29">
                <a:extLst>
                  <a:ext uri="{FF2B5EF4-FFF2-40B4-BE49-F238E27FC236}">
                    <a16:creationId xmlns:a16="http://schemas.microsoft.com/office/drawing/2014/main" id="{B79C8930-A729-B12A-DA5F-841F33A6945B}"/>
                  </a:ext>
                </a:extLst>
              </p:cNvPr>
              <p:cNvPicPr/>
              <p:nvPr/>
            </p:nvPicPr>
            <p:blipFill>
              <a:blip r:embed="rId33"/>
              <a:stretch>
                <a:fillRect/>
              </a:stretch>
            </p:blipFill>
            <p:spPr>
              <a:xfrm>
                <a:off x="9605073" y="5015073"/>
                <a:ext cx="3279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3B4A7B6A-B317-6810-3869-B9A7BC046B6D}"/>
                  </a:ext>
                </a:extLst>
              </p14:cNvPr>
              <p14:cNvContentPartPr/>
              <p14:nvPr/>
            </p14:nvContentPartPr>
            <p14:xfrm>
              <a:off x="9800553" y="5050713"/>
              <a:ext cx="194760" cy="360"/>
            </p14:xfrm>
          </p:contentPart>
        </mc:Choice>
        <mc:Fallback xmlns="">
          <p:pic>
            <p:nvPicPr>
              <p:cNvPr id="31" name="Ink 30">
                <a:extLst>
                  <a:ext uri="{FF2B5EF4-FFF2-40B4-BE49-F238E27FC236}">
                    <a16:creationId xmlns:a16="http://schemas.microsoft.com/office/drawing/2014/main" id="{3B4A7B6A-B317-6810-3869-B9A7BC046B6D}"/>
                  </a:ext>
                </a:extLst>
              </p:cNvPr>
              <p:cNvPicPr/>
              <p:nvPr/>
            </p:nvPicPr>
            <p:blipFill>
              <a:blip r:embed="rId35"/>
              <a:stretch>
                <a:fillRect/>
              </a:stretch>
            </p:blipFill>
            <p:spPr>
              <a:xfrm>
                <a:off x="9791913" y="5042073"/>
                <a:ext cx="2124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65615394-C801-5A9D-6BA2-F904FE3647EE}"/>
                  </a:ext>
                </a:extLst>
              </p14:cNvPr>
              <p14:cNvContentPartPr/>
              <p14:nvPr/>
            </p14:nvContentPartPr>
            <p14:xfrm>
              <a:off x="11701353" y="5042073"/>
              <a:ext cx="87840" cy="360"/>
            </p14:xfrm>
          </p:contentPart>
        </mc:Choice>
        <mc:Fallback xmlns="">
          <p:pic>
            <p:nvPicPr>
              <p:cNvPr id="32" name="Ink 31">
                <a:extLst>
                  <a:ext uri="{FF2B5EF4-FFF2-40B4-BE49-F238E27FC236}">
                    <a16:creationId xmlns:a16="http://schemas.microsoft.com/office/drawing/2014/main" id="{65615394-C801-5A9D-6BA2-F904FE3647EE}"/>
                  </a:ext>
                </a:extLst>
              </p:cNvPr>
              <p:cNvPicPr/>
              <p:nvPr/>
            </p:nvPicPr>
            <p:blipFill>
              <a:blip r:embed="rId37"/>
              <a:stretch>
                <a:fillRect/>
              </a:stretch>
            </p:blipFill>
            <p:spPr>
              <a:xfrm>
                <a:off x="11692713" y="5033073"/>
                <a:ext cx="105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5" name="Ink 34">
                <a:extLst>
                  <a:ext uri="{FF2B5EF4-FFF2-40B4-BE49-F238E27FC236}">
                    <a16:creationId xmlns:a16="http://schemas.microsoft.com/office/drawing/2014/main" id="{0E5B823C-F9A6-5D97-66A7-AD8430B3CF30}"/>
                  </a:ext>
                </a:extLst>
              </p14:cNvPr>
              <p14:cNvContentPartPr/>
              <p14:nvPr/>
            </p14:nvContentPartPr>
            <p14:xfrm>
              <a:off x="10670673" y="5034873"/>
              <a:ext cx="631440" cy="16560"/>
            </p14:xfrm>
          </p:contentPart>
        </mc:Choice>
        <mc:Fallback xmlns="">
          <p:pic>
            <p:nvPicPr>
              <p:cNvPr id="35" name="Ink 34">
                <a:extLst>
                  <a:ext uri="{FF2B5EF4-FFF2-40B4-BE49-F238E27FC236}">
                    <a16:creationId xmlns:a16="http://schemas.microsoft.com/office/drawing/2014/main" id="{0E5B823C-F9A6-5D97-66A7-AD8430B3CF30}"/>
                  </a:ext>
                </a:extLst>
              </p:cNvPr>
              <p:cNvPicPr/>
              <p:nvPr/>
            </p:nvPicPr>
            <p:blipFill>
              <a:blip r:embed="rId39"/>
              <a:stretch>
                <a:fillRect/>
              </a:stretch>
            </p:blipFill>
            <p:spPr>
              <a:xfrm>
                <a:off x="10661673" y="5025873"/>
                <a:ext cx="6490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6" name="Ink 35">
                <a:extLst>
                  <a:ext uri="{FF2B5EF4-FFF2-40B4-BE49-F238E27FC236}">
                    <a16:creationId xmlns:a16="http://schemas.microsoft.com/office/drawing/2014/main" id="{D17098C1-9245-610C-7B52-E572B28F656C}"/>
                  </a:ext>
                </a:extLst>
              </p14:cNvPr>
              <p14:cNvContentPartPr/>
              <p14:nvPr/>
            </p14:nvContentPartPr>
            <p14:xfrm>
              <a:off x="11292033" y="5033073"/>
              <a:ext cx="96840" cy="9360"/>
            </p14:xfrm>
          </p:contentPart>
        </mc:Choice>
        <mc:Fallback xmlns="">
          <p:pic>
            <p:nvPicPr>
              <p:cNvPr id="36" name="Ink 35">
                <a:extLst>
                  <a:ext uri="{FF2B5EF4-FFF2-40B4-BE49-F238E27FC236}">
                    <a16:creationId xmlns:a16="http://schemas.microsoft.com/office/drawing/2014/main" id="{D17098C1-9245-610C-7B52-E572B28F656C}"/>
                  </a:ext>
                </a:extLst>
              </p:cNvPr>
              <p:cNvPicPr/>
              <p:nvPr/>
            </p:nvPicPr>
            <p:blipFill>
              <a:blip r:embed="rId41"/>
              <a:stretch>
                <a:fillRect/>
              </a:stretch>
            </p:blipFill>
            <p:spPr>
              <a:xfrm>
                <a:off x="11283393" y="5024433"/>
                <a:ext cx="1144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Ink 36">
                <a:extLst>
                  <a:ext uri="{FF2B5EF4-FFF2-40B4-BE49-F238E27FC236}">
                    <a16:creationId xmlns:a16="http://schemas.microsoft.com/office/drawing/2014/main" id="{FFA89C36-97AE-5A90-DEEE-7047D7959E5E}"/>
                  </a:ext>
                </a:extLst>
              </p14:cNvPr>
              <p14:cNvContentPartPr/>
              <p14:nvPr/>
            </p14:nvContentPartPr>
            <p14:xfrm>
              <a:off x="11318673" y="4986273"/>
              <a:ext cx="436320" cy="65880"/>
            </p14:xfrm>
          </p:contentPart>
        </mc:Choice>
        <mc:Fallback xmlns="">
          <p:pic>
            <p:nvPicPr>
              <p:cNvPr id="37" name="Ink 36">
                <a:extLst>
                  <a:ext uri="{FF2B5EF4-FFF2-40B4-BE49-F238E27FC236}">
                    <a16:creationId xmlns:a16="http://schemas.microsoft.com/office/drawing/2014/main" id="{FFA89C36-97AE-5A90-DEEE-7047D7959E5E}"/>
                  </a:ext>
                </a:extLst>
              </p:cNvPr>
              <p:cNvPicPr/>
              <p:nvPr/>
            </p:nvPicPr>
            <p:blipFill>
              <a:blip r:embed="rId43"/>
              <a:stretch>
                <a:fillRect/>
              </a:stretch>
            </p:blipFill>
            <p:spPr>
              <a:xfrm>
                <a:off x="11309673" y="4977633"/>
                <a:ext cx="45396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257E63E8-A901-BA89-F0FD-217226F79A45}"/>
                  </a:ext>
                </a:extLst>
              </p14:cNvPr>
              <p14:cNvContentPartPr/>
              <p14:nvPr/>
            </p14:nvContentPartPr>
            <p14:xfrm>
              <a:off x="10440633" y="4979433"/>
              <a:ext cx="1017360" cy="73440"/>
            </p14:xfrm>
          </p:contentPart>
        </mc:Choice>
        <mc:Fallback xmlns="">
          <p:pic>
            <p:nvPicPr>
              <p:cNvPr id="39" name="Ink 38">
                <a:extLst>
                  <a:ext uri="{FF2B5EF4-FFF2-40B4-BE49-F238E27FC236}">
                    <a16:creationId xmlns:a16="http://schemas.microsoft.com/office/drawing/2014/main" id="{257E63E8-A901-BA89-F0FD-217226F79A45}"/>
                  </a:ext>
                </a:extLst>
              </p:cNvPr>
              <p:cNvPicPr/>
              <p:nvPr/>
            </p:nvPicPr>
            <p:blipFill>
              <a:blip r:embed="rId45"/>
              <a:stretch>
                <a:fillRect/>
              </a:stretch>
            </p:blipFill>
            <p:spPr>
              <a:xfrm>
                <a:off x="10431993" y="4970793"/>
                <a:ext cx="10350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0" name="Ink 39">
                <a:extLst>
                  <a:ext uri="{FF2B5EF4-FFF2-40B4-BE49-F238E27FC236}">
                    <a16:creationId xmlns:a16="http://schemas.microsoft.com/office/drawing/2014/main" id="{F226C6C2-DC6E-A150-D126-58543ED232E7}"/>
                  </a:ext>
                </a:extLst>
              </p14:cNvPr>
              <p14:cNvContentPartPr/>
              <p14:nvPr/>
            </p14:nvContentPartPr>
            <p14:xfrm>
              <a:off x="11579313" y="5018673"/>
              <a:ext cx="185760" cy="15120"/>
            </p14:xfrm>
          </p:contentPart>
        </mc:Choice>
        <mc:Fallback xmlns="">
          <p:pic>
            <p:nvPicPr>
              <p:cNvPr id="40" name="Ink 39">
                <a:extLst>
                  <a:ext uri="{FF2B5EF4-FFF2-40B4-BE49-F238E27FC236}">
                    <a16:creationId xmlns:a16="http://schemas.microsoft.com/office/drawing/2014/main" id="{F226C6C2-DC6E-A150-D126-58543ED232E7}"/>
                  </a:ext>
                </a:extLst>
              </p:cNvPr>
              <p:cNvPicPr/>
              <p:nvPr/>
            </p:nvPicPr>
            <p:blipFill>
              <a:blip r:embed="rId47"/>
              <a:stretch>
                <a:fillRect/>
              </a:stretch>
            </p:blipFill>
            <p:spPr>
              <a:xfrm>
                <a:off x="11570313" y="5010033"/>
                <a:ext cx="203400" cy="32760"/>
              </a:xfrm>
              <a:prstGeom prst="rect">
                <a:avLst/>
              </a:prstGeom>
            </p:spPr>
          </p:pic>
        </mc:Fallback>
      </mc:AlternateContent>
    </p:spTree>
    <p:extLst>
      <p:ext uri="{BB962C8B-B14F-4D97-AF65-F5344CB8AC3E}">
        <p14:creationId xmlns:p14="http://schemas.microsoft.com/office/powerpoint/2010/main" val="3404190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F49-A7D9-1B48-FE38-88EA59DF728C}"/>
              </a:ext>
            </a:extLst>
          </p:cNvPr>
          <p:cNvSpPr>
            <a:spLocks noGrp="1"/>
          </p:cNvSpPr>
          <p:nvPr>
            <p:ph type="title"/>
          </p:nvPr>
        </p:nvSpPr>
        <p:spPr>
          <a:xfrm>
            <a:off x="3507" y="266327"/>
            <a:ext cx="6092493" cy="703558"/>
          </a:xfrm>
        </p:spPr>
        <p:txBody>
          <a:bodyPr/>
          <a:lstStyle/>
          <a:p>
            <a:r>
              <a:rPr lang="en-US" sz="2700" dirty="0">
                <a:latin typeface="Times New Roman" panose="02020603050405020304" pitchFamily="18" charset="0"/>
                <a:cs typeface="Times New Roman" panose="02020603050405020304" pitchFamily="18" charset="0"/>
              </a:rPr>
              <a:t>dictionary construction:</a:t>
            </a:r>
            <a:endParaRPr lang="en-AU" sz="2700" dirty="0"/>
          </a:p>
        </p:txBody>
      </p:sp>
      <p:sp>
        <p:nvSpPr>
          <p:cNvPr id="4" name="Text Placeholder 3">
            <a:extLst>
              <a:ext uri="{FF2B5EF4-FFF2-40B4-BE49-F238E27FC236}">
                <a16:creationId xmlns:a16="http://schemas.microsoft.com/office/drawing/2014/main" id="{126C4184-4C2A-3207-2C8A-D6A18007E23C}"/>
              </a:ext>
            </a:extLst>
          </p:cNvPr>
          <p:cNvSpPr>
            <a:spLocks noGrp="1"/>
          </p:cNvSpPr>
          <p:nvPr>
            <p:ph type="body" sz="half" idx="2"/>
          </p:nvPr>
        </p:nvSpPr>
        <p:spPr>
          <a:xfrm>
            <a:off x="124287" y="1402672"/>
            <a:ext cx="5898101" cy="5113538"/>
          </a:xfrm>
        </p:spPr>
        <p:txBody>
          <a:bodyPr>
            <a:normAutofit/>
          </a:bodyPr>
          <a:lstStyle/>
          <a:p>
            <a:pPr algn="just">
              <a:lnSpc>
                <a:spcPct val="150000"/>
              </a:lnSpc>
            </a:pPr>
            <a:r>
              <a:rPr lang="en-AU" sz="2000" i="0" dirty="0">
                <a:solidFill>
                  <a:schemeClr val="tx1"/>
                </a:solidFill>
                <a:effectLst/>
                <a:latin typeface="Times New Roman" panose="02020603050405020304" pitchFamily="18" charset="0"/>
                <a:cs typeface="Times New Roman" panose="02020603050405020304" pitchFamily="18" charset="0"/>
              </a:rPr>
              <a:t>   Dictionary learning </a:t>
            </a:r>
            <a:r>
              <a:rPr lang="en-AU" sz="2000" b="0" i="0" dirty="0">
                <a:solidFill>
                  <a:schemeClr val="tx1"/>
                </a:solidFill>
                <a:effectLst/>
                <a:latin typeface="Times New Roman" panose="02020603050405020304" pitchFamily="18" charset="0"/>
                <a:cs typeface="Times New Roman" panose="02020603050405020304" pitchFamily="18" charset="0"/>
              </a:rPr>
              <a:t>is a branch of signal processing and machine learning that aims at finding a frame in which some training data admits a sparse representation.</a:t>
            </a:r>
          </a:p>
          <a:p>
            <a:pPr algn="just">
              <a:lnSpc>
                <a:spcPct val="150000"/>
              </a:lnSpc>
            </a:pPr>
            <a:r>
              <a:rPr lang="en-AU" sz="2000" b="0" i="0" dirty="0">
                <a:solidFill>
                  <a:schemeClr val="tx1"/>
                </a:solidFill>
                <a:effectLst/>
                <a:latin typeface="Times New Roman" panose="02020603050405020304" pitchFamily="18" charset="0"/>
                <a:cs typeface="Times New Roman" panose="02020603050405020304" pitchFamily="18" charset="0"/>
              </a:rPr>
              <a:t>   The sparser[4] the representation, the better the dictionary.</a:t>
            </a:r>
          </a:p>
          <a:p>
            <a:pPr algn="just">
              <a:lnSpc>
                <a:spcPct val="150000"/>
              </a:lnSpc>
            </a:pPr>
            <a:r>
              <a:rPr lang="en-AU" sz="2000" b="0" i="0" dirty="0">
                <a:solidFill>
                  <a:schemeClr val="tx1"/>
                </a:solidFill>
                <a:effectLst/>
                <a:latin typeface="Times New Roman" panose="02020603050405020304" pitchFamily="18" charset="0"/>
                <a:cs typeface="Times New Roman" panose="02020603050405020304" pitchFamily="18" charset="0"/>
              </a:rPr>
              <a:t>   The resulting dictionary is in general a dense matrix</a:t>
            </a:r>
            <a:r>
              <a:rPr lang="en-AU" sz="2000" dirty="0">
                <a:solidFill>
                  <a:schemeClr val="tx1"/>
                </a:solidFill>
                <a:latin typeface="Times New Roman" panose="02020603050405020304" pitchFamily="18" charset="0"/>
                <a:cs typeface="Times New Roman" panose="02020603050405020304" pitchFamily="18" charset="0"/>
              </a:rPr>
              <a:t>.</a:t>
            </a:r>
          </a:p>
          <a:p>
            <a:pPr algn="just">
              <a:lnSpc>
                <a:spcPct val="150000"/>
              </a:lnSpc>
            </a:pPr>
            <a:r>
              <a:rPr lang="en-AU" sz="2000" dirty="0">
                <a:solidFill>
                  <a:schemeClr val="tx1"/>
                </a:solidFill>
                <a:latin typeface="Times New Roman" panose="02020603050405020304" pitchFamily="18" charset="0"/>
                <a:cs typeface="Times New Roman" panose="02020603050405020304" pitchFamily="18" charset="0"/>
              </a:rPr>
              <a:t>   We construct the Background and Potential anomaly dictionaries.</a:t>
            </a:r>
          </a:p>
        </p:txBody>
      </p:sp>
      <p:sp>
        <p:nvSpPr>
          <p:cNvPr id="5" name="Arrow: Right 4">
            <a:extLst>
              <a:ext uri="{FF2B5EF4-FFF2-40B4-BE49-F238E27FC236}">
                <a16:creationId xmlns:a16="http://schemas.microsoft.com/office/drawing/2014/main" id="{0912CEC1-B8B1-4750-1282-1B84F781AEE5}"/>
              </a:ext>
            </a:extLst>
          </p:cNvPr>
          <p:cNvSpPr/>
          <p:nvPr/>
        </p:nvSpPr>
        <p:spPr>
          <a:xfrm>
            <a:off x="168675" y="1615737"/>
            <a:ext cx="168676" cy="168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rrow: Right 5">
            <a:extLst>
              <a:ext uri="{FF2B5EF4-FFF2-40B4-BE49-F238E27FC236}">
                <a16:creationId xmlns:a16="http://schemas.microsoft.com/office/drawing/2014/main" id="{64DBE542-FA4D-947C-33F3-5A4515F159C2}"/>
              </a:ext>
            </a:extLst>
          </p:cNvPr>
          <p:cNvSpPr/>
          <p:nvPr/>
        </p:nvSpPr>
        <p:spPr>
          <a:xfrm>
            <a:off x="168675" y="3582140"/>
            <a:ext cx="168676" cy="168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Arrow: Right 6">
            <a:extLst>
              <a:ext uri="{FF2B5EF4-FFF2-40B4-BE49-F238E27FC236}">
                <a16:creationId xmlns:a16="http://schemas.microsoft.com/office/drawing/2014/main" id="{FD8F9D9B-2C80-EC4C-C25A-F8A546DE0E10}"/>
              </a:ext>
            </a:extLst>
          </p:cNvPr>
          <p:cNvSpPr/>
          <p:nvPr/>
        </p:nvSpPr>
        <p:spPr>
          <a:xfrm>
            <a:off x="168676" y="4616389"/>
            <a:ext cx="168676" cy="1686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Right 7">
            <a:extLst>
              <a:ext uri="{FF2B5EF4-FFF2-40B4-BE49-F238E27FC236}">
                <a16:creationId xmlns:a16="http://schemas.microsoft.com/office/drawing/2014/main" id="{9CFFA277-F26C-C134-5A27-1A644688C508}"/>
              </a:ext>
            </a:extLst>
          </p:cNvPr>
          <p:cNvSpPr/>
          <p:nvPr/>
        </p:nvSpPr>
        <p:spPr>
          <a:xfrm>
            <a:off x="168675" y="5211191"/>
            <a:ext cx="168676" cy="1686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7" name="Picture Placeholder 16">
            <a:extLst>
              <a:ext uri="{FF2B5EF4-FFF2-40B4-BE49-F238E27FC236}">
                <a16:creationId xmlns:a16="http://schemas.microsoft.com/office/drawing/2014/main" id="{A584CAD7-5F22-1400-DB7E-99A399245C2E}"/>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92" b="174"/>
          <a:stretch/>
        </p:blipFill>
        <p:spPr>
          <a:xfrm>
            <a:off x="6096000" y="1551240"/>
            <a:ext cx="6039949" cy="4061800"/>
          </a:xfrm>
          <a:prstGeom prst="rect">
            <a:avLst/>
          </a:prstGeom>
        </p:spPr>
      </p:pic>
    </p:spTree>
    <p:extLst>
      <p:ext uri="{BB962C8B-B14F-4D97-AF65-F5344CB8AC3E}">
        <p14:creationId xmlns:p14="http://schemas.microsoft.com/office/powerpoint/2010/main" val="410164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47E26E-180A-448F-9093-3D0309EAB632}"/>
              </a:ext>
            </a:extLst>
          </p:cNvPr>
          <p:cNvPicPr>
            <a:picLocks noChangeAspect="1"/>
          </p:cNvPicPr>
          <p:nvPr/>
        </p:nvPicPr>
        <p:blipFill rotWithShape="1">
          <a:blip r:embed="rId2">
            <a:extLst>
              <a:ext uri="{28A0092B-C50C-407E-A947-70E740481C1C}">
                <a14:useLocalDpi xmlns:a14="http://schemas.microsoft.com/office/drawing/2010/main" val="0"/>
              </a:ext>
            </a:extLst>
          </a:blip>
          <a:srcRect l="11620" t="59601" r="1369" b="2894"/>
          <a:stretch/>
        </p:blipFill>
        <p:spPr>
          <a:xfrm>
            <a:off x="950976" y="3986784"/>
            <a:ext cx="10607040" cy="2286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26C5865F-F2AA-C3CA-2156-4C9CC9A64D05}"/>
                  </a:ext>
                </a:extLst>
              </p14:cNvPr>
              <p14:cNvContentPartPr/>
              <p14:nvPr/>
            </p14:nvContentPartPr>
            <p14:xfrm>
              <a:off x="5926032" y="4065120"/>
              <a:ext cx="136440" cy="32760"/>
            </p14:xfrm>
          </p:contentPart>
        </mc:Choice>
        <mc:Fallback xmlns="">
          <p:pic>
            <p:nvPicPr>
              <p:cNvPr id="5" name="Ink 4">
                <a:extLst>
                  <a:ext uri="{FF2B5EF4-FFF2-40B4-BE49-F238E27FC236}">
                    <a16:creationId xmlns:a16="http://schemas.microsoft.com/office/drawing/2014/main" id="{26C5865F-F2AA-C3CA-2156-4C9CC9A64D05}"/>
                  </a:ext>
                </a:extLst>
              </p:cNvPr>
              <p:cNvPicPr/>
              <p:nvPr/>
            </p:nvPicPr>
            <p:blipFill>
              <a:blip r:embed="rId4"/>
              <a:stretch>
                <a:fillRect/>
              </a:stretch>
            </p:blipFill>
            <p:spPr>
              <a:xfrm>
                <a:off x="5863392" y="4002480"/>
                <a:ext cx="2620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1D5A64B7-37A5-C898-8173-1B6B4135ED54}"/>
                  </a:ext>
                </a:extLst>
              </p14:cNvPr>
              <p14:cNvContentPartPr/>
              <p14:nvPr/>
            </p14:nvContentPartPr>
            <p14:xfrm>
              <a:off x="8335512" y="3993480"/>
              <a:ext cx="68760" cy="86040"/>
            </p14:xfrm>
          </p:contentPart>
        </mc:Choice>
        <mc:Fallback xmlns="">
          <p:pic>
            <p:nvPicPr>
              <p:cNvPr id="7" name="Ink 6">
                <a:extLst>
                  <a:ext uri="{FF2B5EF4-FFF2-40B4-BE49-F238E27FC236}">
                    <a16:creationId xmlns:a16="http://schemas.microsoft.com/office/drawing/2014/main" id="{1D5A64B7-37A5-C898-8173-1B6B4135ED54}"/>
                  </a:ext>
                </a:extLst>
              </p:cNvPr>
              <p:cNvPicPr/>
              <p:nvPr/>
            </p:nvPicPr>
            <p:blipFill>
              <a:blip r:embed="rId6"/>
              <a:stretch>
                <a:fillRect/>
              </a:stretch>
            </p:blipFill>
            <p:spPr>
              <a:xfrm>
                <a:off x="8317512" y="3975840"/>
                <a:ext cx="104400" cy="121680"/>
              </a:xfrm>
              <a:prstGeom prst="rect">
                <a:avLst/>
              </a:prstGeom>
            </p:spPr>
          </p:pic>
        </mc:Fallback>
      </mc:AlternateContent>
      <p:pic>
        <p:nvPicPr>
          <p:cNvPr id="9" name="Picture 8">
            <a:extLst>
              <a:ext uri="{FF2B5EF4-FFF2-40B4-BE49-F238E27FC236}">
                <a16:creationId xmlns:a16="http://schemas.microsoft.com/office/drawing/2014/main" id="{040BC8B3-E3ED-367B-AF89-C93E8698588B}"/>
              </a:ext>
            </a:extLst>
          </p:cNvPr>
          <p:cNvPicPr>
            <a:picLocks noChangeAspect="1"/>
          </p:cNvPicPr>
          <p:nvPr/>
        </p:nvPicPr>
        <p:blipFill rotWithShape="1">
          <a:blip r:embed="rId2">
            <a:extLst>
              <a:ext uri="{28A0092B-C50C-407E-A947-70E740481C1C}">
                <a14:useLocalDpi xmlns:a14="http://schemas.microsoft.com/office/drawing/2010/main" val="0"/>
              </a:ext>
            </a:extLst>
          </a:blip>
          <a:srcRect l="57151" t="10245" r="618" b="45649"/>
          <a:stretch/>
        </p:blipFill>
        <p:spPr>
          <a:xfrm>
            <a:off x="3680460" y="546048"/>
            <a:ext cx="5148072" cy="2688336"/>
          </a:xfrm>
          <a:prstGeom prst="rect">
            <a:avLst/>
          </a:prstGeom>
        </p:spPr>
      </p:pic>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B45CCF96-08C2-6ACC-99CE-AC05B628EEBF}"/>
                  </a:ext>
                </a:extLst>
              </p14:cNvPr>
              <p14:cNvContentPartPr/>
              <p14:nvPr/>
            </p14:nvContentPartPr>
            <p14:xfrm>
              <a:off x="5225112" y="2943000"/>
              <a:ext cx="188280" cy="212040"/>
            </p14:xfrm>
          </p:contentPart>
        </mc:Choice>
        <mc:Fallback xmlns="">
          <p:pic>
            <p:nvPicPr>
              <p:cNvPr id="11" name="Ink 10">
                <a:extLst>
                  <a:ext uri="{FF2B5EF4-FFF2-40B4-BE49-F238E27FC236}">
                    <a16:creationId xmlns:a16="http://schemas.microsoft.com/office/drawing/2014/main" id="{B45CCF96-08C2-6ACC-99CE-AC05B628EEBF}"/>
                  </a:ext>
                </a:extLst>
              </p:cNvPr>
              <p:cNvPicPr/>
              <p:nvPr/>
            </p:nvPicPr>
            <p:blipFill>
              <a:blip r:embed="rId8"/>
              <a:stretch>
                <a:fillRect/>
              </a:stretch>
            </p:blipFill>
            <p:spPr>
              <a:xfrm>
                <a:off x="5162472" y="2880000"/>
                <a:ext cx="3139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AEB7082C-1FAF-ABFB-6B72-284BEEF9CDDC}"/>
                  </a:ext>
                </a:extLst>
              </p14:cNvPr>
              <p14:cNvContentPartPr/>
              <p14:nvPr/>
            </p14:nvContentPartPr>
            <p14:xfrm>
              <a:off x="3719952" y="2906640"/>
              <a:ext cx="156960" cy="160920"/>
            </p14:xfrm>
          </p:contentPart>
        </mc:Choice>
        <mc:Fallback xmlns="">
          <p:pic>
            <p:nvPicPr>
              <p:cNvPr id="14" name="Ink 13">
                <a:extLst>
                  <a:ext uri="{FF2B5EF4-FFF2-40B4-BE49-F238E27FC236}">
                    <a16:creationId xmlns:a16="http://schemas.microsoft.com/office/drawing/2014/main" id="{AEB7082C-1FAF-ABFB-6B72-284BEEF9CDDC}"/>
                  </a:ext>
                </a:extLst>
              </p:cNvPr>
              <p:cNvPicPr/>
              <p:nvPr/>
            </p:nvPicPr>
            <p:blipFill>
              <a:blip r:embed="rId10"/>
              <a:stretch>
                <a:fillRect/>
              </a:stretch>
            </p:blipFill>
            <p:spPr>
              <a:xfrm>
                <a:off x="3684312" y="2871000"/>
                <a:ext cx="228600" cy="232560"/>
              </a:xfrm>
              <a:prstGeom prst="rect">
                <a:avLst/>
              </a:prstGeom>
            </p:spPr>
          </p:pic>
        </mc:Fallback>
      </mc:AlternateContent>
      <p:cxnSp>
        <p:nvCxnSpPr>
          <p:cNvPr id="16" name="Straight Arrow Connector 15">
            <a:extLst>
              <a:ext uri="{FF2B5EF4-FFF2-40B4-BE49-F238E27FC236}">
                <a16:creationId xmlns:a16="http://schemas.microsoft.com/office/drawing/2014/main" id="{57FF8B6A-5C11-6AB4-1FE2-C6AA14BEEAC5}"/>
              </a:ext>
            </a:extLst>
          </p:cNvPr>
          <p:cNvCxnSpPr>
            <a:cxnSpLocks/>
          </p:cNvCxnSpPr>
          <p:nvPr/>
        </p:nvCxnSpPr>
        <p:spPr>
          <a:xfrm>
            <a:off x="4105656" y="2871216"/>
            <a:ext cx="374904" cy="132588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6B6F4783-55E9-5E99-C755-A9A1E9FDBA38}"/>
              </a:ext>
            </a:extLst>
          </p:cNvPr>
          <p:cNvCxnSpPr/>
          <p:nvPr/>
        </p:nvCxnSpPr>
        <p:spPr>
          <a:xfrm>
            <a:off x="5225112" y="2871216"/>
            <a:ext cx="3179160" cy="122666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77D6ED5E-969A-7C7A-CCD4-734AC2F477F4}"/>
                  </a:ext>
                </a:extLst>
              </p14:cNvPr>
              <p14:cNvContentPartPr/>
              <p14:nvPr/>
            </p14:nvContentPartPr>
            <p14:xfrm>
              <a:off x="8402112" y="3977280"/>
              <a:ext cx="65520" cy="83520"/>
            </p14:xfrm>
          </p:contentPart>
        </mc:Choice>
        <mc:Fallback xmlns="">
          <p:pic>
            <p:nvPicPr>
              <p:cNvPr id="22" name="Ink 21">
                <a:extLst>
                  <a:ext uri="{FF2B5EF4-FFF2-40B4-BE49-F238E27FC236}">
                    <a16:creationId xmlns:a16="http://schemas.microsoft.com/office/drawing/2014/main" id="{77D6ED5E-969A-7C7A-CCD4-734AC2F477F4}"/>
                  </a:ext>
                </a:extLst>
              </p:cNvPr>
              <p:cNvPicPr/>
              <p:nvPr/>
            </p:nvPicPr>
            <p:blipFill>
              <a:blip r:embed="rId12"/>
              <a:stretch>
                <a:fillRect/>
              </a:stretch>
            </p:blipFill>
            <p:spPr>
              <a:xfrm>
                <a:off x="8397792" y="3972960"/>
                <a:ext cx="74160" cy="92160"/>
              </a:xfrm>
              <a:prstGeom prst="rect">
                <a:avLst/>
              </a:prstGeom>
            </p:spPr>
          </p:pic>
        </mc:Fallback>
      </mc:AlternateContent>
      <p:grpSp>
        <p:nvGrpSpPr>
          <p:cNvPr id="27" name="Group 26">
            <a:extLst>
              <a:ext uri="{FF2B5EF4-FFF2-40B4-BE49-F238E27FC236}">
                <a16:creationId xmlns:a16="http://schemas.microsoft.com/office/drawing/2014/main" id="{F1C2F054-1951-4FB7-9426-0EBD7FF4D42E}"/>
              </a:ext>
            </a:extLst>
          </p:cNvPr>
          <p:cNvGrpSpPr/>
          <p:nvPr/>
        </p:nvGrpSpPr>
        <p:grpSpPr>
          <a:xfrm>
            <a:off x="718473" y="2458713"/>
            <a:ext cx="360" cy="360"/>
            <a:chOff x="718473" y="2458713"/>
            <a:chExt cx="360" cy="360"/>
          </a:xfrm>
        </p:grpSpPr>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67E1A662-0D1B-7AAC-B4DA-A27A08BCB84F}"/>
                    </a:ext>
                  </a:extLst>
                </p14:cNvPr>
                <p14:cNvContentPartPr/>
                <p14:nvPr/>
              </p14:nvContentPartPr>
              <p14:xfrm>
                <a:off x="718473" y="2458713"/>
                <a:ext cx="360" cy="360"/>
              </p14:xfrm>
            </p:contentPart>
          </mc:Choice>
          <mc:Fallback xmlns="">
            <p:pic>
              <p:nvPicPr>
                <p:cNvPr id="23" name="Ink 22">
                  <a:extLst>
                    <a:ext uri="{FF2B5EF4-FFF2-40B4-BE49-F238E27FC236}">
                      <a16:creationId xmlns:a16="http://schemas.microsoft.com/office/drawing/2014/main" id="{67E1A662-0D1B-7AAC-B4DA-A27A08BCB84F}"/>
                    </a:ext>
                  </a:extLst>
                </p:cNvPr>
                <p:cNvPicPr/>
                <p:nvPr/>
              </p:nvPicPr>
              <p:blipFill>
                <a:blip r:embed="rId14"/>
                <a:stretch>
                  <a:fillRect/>
                </a:stretch>
              </p:blipFill>
              <p:spPr>
                <a:xfrm>
                  <a:off x="714153" y="245439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B51E9B69-BCA4-73A8-26EA-3B45B9898F0C}"/>
                    </a:ext>
                  </a:extLst>
                </p14:cNvPr>
                <p14:cNvContentPartPr/>
                <p14:nvPr/>
              </p14:nvContentPartPr>
              <p14:xfrm>
                <a:off x="718473" y="2458713"/>
                <a:ext cx="360" cy="360"/>
              </p14:xfrm>
            </p:contentPart>
          </mc:Choice>
          <mc:Fallback xmlns="">
            <p:pic>
              <p:nvPicPr>
                <p:cNvPr id="24" name="Ink 23">
                  <a:extLst>
                    <a:ext uri="{FF2B5EF4-FFF2-40B4-BE49-F238E27FC236}">
                      <a16:creationId xmlns:a16="http://schemas.microsoft.com/office/drawing/2014/main" id="{B51E9B69-BCA4-73A8-26EA-3B45B9898F0C}"/>
                    </a:ext>
                  </a:extLst>
                </p:cNvPr>
                <p:cNvPicPr/>
                <p:nvPr/>
              </p:nvPicPr>
              <p:blipFill>
                <a:blip r:embed="rId14"/>
                <a:stretch>
                  <a:fillRect/>
                </a:stretch>
              </p:blipFill>
              <p:spPr>
                <a:xfrm>
                  <a:off x="714153" y="245439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5" name="Ink 24">
                  <a:extLst>
                    <a:ext uri="{FF2B5EF4-FFF2-40B4-BE49-F238E27FC236}">
                      <a16:creationId xmlns:a16="http://schemas.microsoft.com/office/drawing/2014/main" id="{F08FE54E-8EC7-BFB0-4C1C-F5D9382BDE21}"/>
                    </a:ext>
                  </a:extLst>
                </p14:cNvPr>
                <p14:cNvContentPartPr/>
                <p14:nvPr/>
              </p14:nvContentPartPr>
              <p14:xfrm>
                <a:off x="718473" y="2458713"/>
                <a:ext cx="360" cy="360"/>
              </p14:xfrm>
            </p:contentPart>
          </mc:Choice>
          <mc:Fallback xmlns="">
            <p:pic>
              <p:nvPicPr>
                <p:cNvPr id="25" name="Ink 24">
                  <a:extLst>
                    <a:ext uri="{FF2B5EF4-FFF2-40B4-BE49-F238E27FC236}">
                      <a16:creationId xmlns:a16="http://schemas.microsoft.com/office/drawing/2014/main" id="{F08FE54E-8EC7-BFB0-4C1C-F5D9382BDE21}"/>
                    </a:ext>
                  </a:extLst>
                </p:cNvPr>
                <p:cNvPicPr/>
                <p:nvPr/>
              </p:nvPicPr>
              <p:blipFill>
                <a:blip r:embed="rId14"/>
                <a:stretch>
                  <a:fillRect/>
                </a:stretch>
              </p:blipFill>
              <p:spPr>
                <a:xfrm>
                  <a:off x="714153" y="245439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6357D4DF-EDDB-9E85-3031-893649F9A010}"/>
                    </a:ext>
                  </a:extLst>
                </p14:cNvPr>
                <p14:cNvContentPartPr/>
                <p14:nvPr/>
              </p14:nvContentPartPr>
              <p14:xfrm>
                <a:off x="718473" y="2458713"/>
                <a:ext cx="360" cy="360"/>
              </p14:xfrm>
            </p:contentPart>
          </mc:Choice>
          <mc:Fallback xmlns="">
            <p:pic>
              <p:nvPicPr>
                <p:cNvPr id="26" name="Ink 25">
                  <a:extLst>
                    <a:ext uri="{FF2B5EF4-FFF2-40B4-BE49-F238E27FC236}">
                      <a16:creationId xmlns:a16="http://schemas.microsoft.com/office/drawing/2014/main" id="{6357D4DF-EDDB-9E85-3031-893649F9A010}"/>
                    </a:ext>
                  </a:extLst>
                </p:cNvPr>
                <p:cNvPicPr/>
                <p:nvPr/>
              </p:nvPicPr>
              <p:blipFill>
                <a:blip r:embed="rId14"/>
                <a:stretch>
                  <a:fillRect/>
                </a:stretch>
              </p:blipFill>
              <p:spPr>
                <a:xfrm>
                  <a:off x="714153" y="2454393"/>
                  <a:ext cx="9000" cy="9000"/>
                </a:xfrm>
                <a:prstGeom prst="rect">
                  <a:avLst/>
                </a:prstGeom>
              </p:spPr>
            </p:pic>
          </mc:Fallback>
        </mc:AlternateContent>
      </p:grpSp>
    </p:spTree>
    <p:extLst>
      <p:ext uri="{BB962C8B-B14F-4D97-AF65-F5344CB8AC3E}">
        <p14:creationId xmlns:p14="http://schemas.microsoft.com/office/powerpoint/2010/main" val="2420825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FCD2-3AEF-82C5-3978-7AC8CAD8C01F}"/>
              </a:ext>
            </a:extLst>
          </p:cNvPr>
          <p:cNvSpPr>
            <a:spLocks noGrp="1"/>
          </p:cNvSpPr>
          <p:nvPr>
            <p:ph type="title"/>
          </p:nvPr>
        </p:nvSpPr>
        <p:spPr>
          <a:xfrm>
            <a:off x="381739" y="708114"/>
            <a:ext cx="4598634" cy="730070"/>
          </a:xfrm>
        </p:spPr>
        <p:txBody>
          <a:bodyPr>
            <a:noAutofit/>
          </a:bodyPr>
          <a:lstStyle/>
          <a:p>
            <a:pPr algn="l"/>
            <a:r>
              <a:rPr lang="en-US" sz="2700" dirty="0">
                <a:latin typeface="Times New Roman" panose="02020603050405020304" pitchFamily="18" charset="0"/>
                <a:cs typeface="Times New Roman" panose="02020603050405020304" pitchFamily="18" charset="0"/>
              </a:rPr>
              <a:t>Detection Analysis:</a:t>
            </a:r>
            <a:endParaRPr lang="en-AU" sz="2700" dirty="0"/>
          </a:p>
        </p:txBody>
      </p:sp>
      <p:sp>
        <p:nvSpPr>
          <p:cNvPr id="3" name="Content Placeholder 2">
            <a:extLst>
              <a:ext uri="{FF2B5EF4-FFF2-40B4-BE49-F238E27FC236}">
                <a16:creationId xmlns:a16="http://schemas.microsoft.com/office/drawing/2014/main" id="{DEFADEE7-F893-7324-A96D-A1E0CED0BE4E}"/>
              </a:ext>
            </a:extLst>
          </p:cNvPr>
          <p:cNvSpPr>
            <a:spLocks noGrp="1"/>
          </p:cNvSpPr>
          <p:nvPr>
            <p:ph idx="1"/>
          </p:nvPr>
        </p:nvSpPr>
        <p:spPr>
          <a:xfrm>
            <a:off x="381739" y="1926454"/>
            <a:ext cx="11390051" cy="4429958"/>
          </a:xfrm>
        </p:spPr>
        <p:txBody>
          <a:bodyPr/>
          <a:lstStyle/>
          <a:p>
            <a:pPr marL="0" indent="0" algn="just">
              <a:buNone/>
            </a:pPr>
            <a:r>
              <a:rPr lang="en-US" b="1" dirty="0">
                <a:latin typeface="Times New Roman" panose="02020603050405020304" pitchFamily="18" charset="0"/>
                <a:cs typeface="Times New Roman" panose="02020603050405020304" pitchFamily="18" charset="0"/>
              </a:rPr>
              <a:t>ROC Curve:</a:t>
            </a:r>
          </a:p>
          <a:p>
            <a:pPr algn="just">
              <a:lnSpc>
                <a:spcPct val="150000"/>
              </a:lnSpc>
            </a:pPr>
            <a:r>
              <a:rPr lang="en-AU" b="0" i="0" dirty="0">
                <a:solidFill>
                  <a:srgbClr val="202124"/>
                </a:solidFill>
                <a:effectLst/>
                <a:latin typeface="Times New Roman" panose="02020603050405020304" pitchFamily="18" charset="0"/>
                <a:cs typeface="Times New Roman" panose="02020603050405020304" pitchFamily="18" charset="0"/>
              </a:rPr>
              <a:t>An </a:t>
            </a:r>
            <a:r>
              <a:rPr lang="en-AU" i="0" dirty="0">
                <a:solidFill>
                  <a:srgbClr val="202124"/>
                </a:solidFill>
                <a:effectLst/>
                <a:latin typeface="Times New Roman" panose="02020603050405020304" pitchFamily="18" charset="0"/>
                <a:cs typeface="Times New Roman" panose="02020603050405020304" pitchFamily="18" charset="0"/>
              </a:rPr>
              <a:t>ROC curve (receiver operating characteristic curve) </a:t>
            </a:r>
            <a:r>
              <a:rPr lang="en-AU" b="0" i="0" dirty="0">
                <a:solidFill>
                  <a:srgbClr val="202124"/>
                </a:solidFill>
                <a:effectLst/>
                <a:latin typeface="Times New Roman" panose="02020603050405020304" pitchFamily="18" charset="0"/>
                <a:cs typeface="Times New Roman" panose="02020603050405020304" pitchFamily="18" charset="0"/>
              </a:rPr>
              <a:t>is a graph showing the performance of a classification model at all classification </a:t>
            </a:r>
            <a:r>
              <a:rPr lang="en-AU" dirty="0">
                <a:solidFill>
                  <a:srgbClr val="202124"/>
                </a:solidFill>
                <a:latin typeface="Times New Roman" panose="02020603050405020304" pitchFamily="18" charset="0"/>
                <a:cs typeface="Times New Roman" panose="02020603050405020304" pitchFamily="18" charset="0"/>
              </a:rPr>
              <a:t>points</a:t>
            </a:r>
            <a:r>
              <a:rPr lang="en-AU" b="0" i="0" dirty="0">
                <a:solidFill>
                  <a:srgbClr val="202124"/>
                </a:solidFill>
                <a:effectLst/>
                <a:latin typeface="Times New Roman" panose="02020603050405020304" pitchFamily="18" charset="0"/>
                <a:cs typeface="Times New Roman" panose="02020603050405020304" pitchFamily="18" charset="0"/>
              </a:rPr>
              <a:t>.</a:t>
            </a:r>
          </a:p>
          <a:p>
            <a:pPr algn="just">
              <a:lnSpc>
                <a:spcPct val="150000"/>
              </a:lnSpc>
            </a:pPr>
            <a:r>
              <a:rPr lang="en-AU"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This curve plots two parameters:</a:t>
            </a:r>
            <a:endParaRPr lang="en-AU" dirty="0">
              <a:effectLst/>
              <a:latin typeface="Times New Roman" panose="02020603050405020304" pitchFamily="18" charset="0"/>
              <a:ea typeface="Calibri" panose="020F0502020204030204" pitchFamily="34" charset="0"/>
              <a:cs typeface="Times New Roman" panose="02020603050405020304" pitchFamily="18" charset="0"/>
            </a:endParaRPr>
          </a:p>
          <a:p>
            <a:pPr marL="1600200" marR="0" lvl="3" indent="-228600">
              <a:lnSpc>
                <a:spcPct val="107000"/>
              </a:lnSpc>
              <a:spcBef>
                <a:spcPts val="0"/>
              </a:spcBef>
              <a:spcAft>
                <a:spcPts val="0"/>
              </a:spcAft>
              <a:buFont typeface="Arial" panose="020B0604020202020204" pitchFamily="34" charset="0"/>
              <a:buChar char="•"/>
              <a:tabLst>
                <a:tab pos="1828800" algn="l"/>
              </a:tabLst>
            </a:pPr>
            <a:r>
              <a:rPr lang="en-AU" sz="180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True Positive Rate</a:t>
            </a:r>
            <a:endParaRPr lang="en-AU"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600200" marR="0" lvl="3" indent="-228600">
              <a:lnSpc>
                <a:spcPct val="107000"/>
              </a:lnSpc>
              <a:spcBef>
                <a:spcPts val="0"/>
              </a:spcBef>
              <a:spcAft>
                <a:spcPts val="0"/>
              </a:spcAft>
              <a:buFont typeface="Arial" panose="020B0604020202020204" pitchFamily="34" charset="0"/>
              <a:buChar char="•"/>
              <a:tabLst>
                <a:tab pos="1828800" algn="l"/>
              </a:tabLst>
            </a:pPr>
            <a:r>
              <a:rPr lang="en-AU" sz="180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False Positive Rate</a:t>
            </a:r>
            <a:endParaRPr lang="en-AU" sz="1800" b="0" i="0" dirty="0">
              <a:solidFill>
                <a:srgbClr val="202124"/>
              </a:solidFill>
              <a:effectLst/>
              <a:latin typeface="Times New Roman" panose="02020603050405020304" pitchFamily="18" charset="0"/>
              <a:cs typeface="Times New Roman" panose="02020603050405020304" pitchFamily="18" charset="0"/>
            </a:endParaRPr>
          </a:p>
          <a:p>
            <a:pPr marL="0" indent="0" algn="just">
              <a:lnSpc>
                <a:spcPct val="150000"/>
              </a:lnSpc>
              <a:buNone/>
            </a:pPr>
            <a:r>
              <a:rPr lang="en-AU" b="1" dirty="0">
                <a:solidFill>
                  <a:srgbClr val="202124"/>
                </a:solidFill>
                <a:latin typeface="Times New Roman" panose="02020603050405020304" pitchFamily="18" charset="0"/>
                <a:cs typeface="Times New Roman" panose="02020603050405020304" pitchFamily="18" charset="0"/>
              </a:rPr>
              <a:t>AUC  Value:</a:t>
            </a:r>
          </a:p>
          <a:p>
            <a:pPr algn="just">
              <a:lnSpc>
                <a:spcPct val="150000"/>
              </a:lnSpc>
              <a:buFont typeface="Arial" panose="020B0604020202020204" pitchFamily="34" charset="0"/>
              <a:buChar char="•"/>
            </a:pPr>
            <a:r>
              <a:rPr lang="en-AU" b="0" i="0" dirty="0">
                <a:solidFill>
                  <a:srgbClr val="202124"/>
                </a:solidFill>
                <a:effectLst/>
                <a:latin typeface="Times New Roman" panose="02020603050405020304" pitchFamily="18" charset="0"/>
                <a:cs typeface="Times New Roman" panose="02020603050405020304" pitchFamily="18" charset="0"/>
              </a:rPr>
              <a:t>AUC represents the probability that a random positive example is positioned to the right of a random negative example.</a:t>
            </a:r>
          </a:p>
          <a:p>
            <a:pPr algn="just">
              <a:lnSpc>
                <a:spcPct val="150000"/>
              </a:lnSpc>
              <a:buFont typeface="Arial" panose="020B0604020202020204" pitchFamily="34" charset="0"/>
              <a:buChar char="•"/>
            </a:pPr>
            <a:r>
              <a:rPr lang="en-AU" b="0" i="0" dirty="0">
                <a:solidFill>
                  <a:srgbClr val="202124"/>
                </a:solidFill>
                <a:effectLst/>
                <a:latin typeface="Times New Roman" panose="02020603050405020304" pitchFamily="18" charset="0"/>
                <a:cs typeface="Times New Roman" panose="02020603050405020304" pitchFamily="18" charset="0"/>
              </a:rPr>
              <a:t>AUC measures the entire two-dimensional area underneath the entire ROC curve from (0,0) to (1,1)</a:t>
            </a:r>
            <a:r>
              <a:rPr lang="en-AU" dirty="0">
                <a:solidFill>
                  <a:srgbClr val="202124"/>
                </a:solidFill>
                <a:latin typeface="Times New Roman" panose="02020603050405020304" pitchFamily="18" charset="0"/>
                <a:cs typeface="Times New Roman" panose="02020603050405020304" pitchFamily="18" charset="0"/>
              </a:rPr>
              <a:t>.</a:t>
            </a:r>
            <a:endParaRPr lang="en-AU" b="0" i="0" dirty="0">
              <a:solidFill>
                <a:srgbClr val="202124"/>
              </a:solidFill>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96AA931-101C-A3FA-EB5A-857E038C23D3}"/>
                  </a:ext>
                </a:extLst>
              </p14:cNvPr>
              <p14:cNvContentPartPr/>
              <p14:nvPr/>
            </p14:nvContentPartPr>
            <p14:xfrm>
              <a:off x="3168633" y="3471033"/>
              <a:ext cx="360" cy="360"/>
            </p14:xfrm>
          </p:contentPart>
        </mc:Choice>
        <mc:Fallback xmlns="">
          <p:pic>
            <p:nvPicPr>
              <p:cNvPr id="4" name="Ink 3">
                <a:extLst>
                  <a:ext uri="{FF2B5EF4-FFF2-40B4-BE49-F238E27FC236}">
                    <a16:creationId xmlns:a16="http://schemas.microsoft.com/office/drawing/2014/main" id="{896AA931-101C-A3FA-EB5A-857E038C23D3}"/>
                  </a:ext>
                </a:extLst>
              </p:cNvPr>
              <p:cNvPicPr/>
              <p:nvPr/>
            </p:nvPicPr>
            <p:blipFill>
              <a:blip r:embed="rId3"/>
              <a:stretch>
                <a:fillRect/>
              </a:stretch>
            </p:blipFill>
            <p:spPr>
              <a:xfrm>
                <a:off x="3164313" y="346671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4501C1B-BA71-1ECC-BFE1-084E432B7F71}"/>
                  </a:ext>
                </a:extLst>
              </p14:cNvPr>
              <p14:cNvContentPartPr/>
              <p14:nvPr/>
            </p14:nvContentPartPr>
            <p14:xfrm>
              <a:off x="3168633" y="3471033"/>
              <a:ext cx="360" cy="360"/>
            </p14:xfrm>
          </p:contentPart>
        </mc:Choice>
        <mc:Fallback xmlns="">
          <p:pic>
            <p:nvPicPr>
              <p:cNvPr id="5" name="Ink 4">
                <a:extLst>
                  <a:ext uri="{FF2B5EF4-FFF2-40B4-BE49-F238E27FC236}">
                    <a16:creationId xmlns:a16="http://schemas.microsoft.com/office/drawing/2014/main" id="{F4501C1B-BA71-1ECC-BFE1-084E432B7F71}"/>
                  </a:ext>
                </a:extLst>
              </p:cNvPr>
              <p:cNvPicPr/>
              <p:nvPr/>
            </p:nvPicPr>
            <p:blipFill>
              <a:blip r:embed="rId3"/>
              <a:stretch>
                <a:fillRect/>
              </a:stretch>
            </p:blipFill>
            <p:spPr>
              <a:xfrm>
                <a:off x="3164313" y="346671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FCB09209-B12F-5310-D139-A91726DCF3E7}"/>
                  </a:ext>
                </a:extLst>
              </p14:cNvPr>
              <p14:cNvContentPartPr/>
              <p14:nvPr/>
            </p14:nvContentPartPr>
            <p14:xfrm>
              <a:off x="3168633" y="3471033"/>
              <a:ext cx="360" cy="360"/>
            </p14:xfrm>
          </p:contentPart>
        </mc:Choice>
        <mc:Fallback xmlns="">
          <p:pic>
            <p:nvPicPr>
              <p:cNvPr id="6" name="Ink 5">
                <a:extLst>
                  <a:ext uri="{FF2B5EF4-FFF2-40B4-BE49-F238E27FC236}">
                    <a16:creationId xmlns:a16="http://schemas.microsoft.com/office/drawing/2014/main" id="{FCB09209-B12F-5310-D139-A91726DCF3E7}"/>
                  </a:ext>
                </a:extLst>
              </p:cNvPr>
              <p:cNvPicPr/>
              <p:nvPr/>
            </p:nvPicPr>
            <p:blipFill>
              <a:blip r:embed="rId3"/>
              <a:stretch>
                <a:fillRect/>
              </a:stretch>
            </p:blipFill>
            <p:spPr>
              <a:xfrm>
                <a:off x="3164313" y="346671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E5E5A882-FB63-7CE9-6764-E09D6F5360D5}"/>
                  </a:ext>
                </a:extLst>
              </p14:cNvPr>
              <p14:cNvContentPartPr/>
              <p14:nvPr/>
            </p14:nvContentPartPr>
            <p14:xfrm>
              <a:off x="2760753" y="3559593"/>
              <a:ext cx="360" cy="360"/>
            </p14:xfrm>
          </p:contentPart>
        </mc:Choice>
        <mc:Fallback xmlns="">
          <p:pic>
            <p:nvPicPr>
              <p:cNvPr id="7" name="Ink 6">
                <a:extLst>
                  <a:ext uri="{FF2B5EF4-FFF2-40B4-BE49-F238E27FC236}">
                    <a16:creationId xmlns:a16="http://schemas.microsoft.com/office/drawing/2014/main" id="{E5E5A882-FB63-7CE9-6764-E09D6F5360D5}"/>
                  </a:ext>
                </a:extLst>
              </p:cNvPr>
              <p:cNvPicPr/>
              <p:nvPr/>
            </p:nvPicPr>
            <p:blipFill>
              <a:blip r:embed="rId3"/>
              <a:stretch>
                <a:fillRect/>
              </a:stretch>
            </p:blipFill>
            <p:spPr>
              <a:xfrm>
                <a:off x="2756433" y="3555273"/>
                <a:ext cx="9000" cy="9000"/>
              </a:xfrm>
              <a:prstGeom prst="rect">
                <a:avLst/>
              </a:prstGeom>
            </p:spPr>
          </p:pic>
        </mc:Fallback>
      </mc:AlternateContent>
    </p:spTree>
    <p:extLst>
      <p:ext uri="{BB962C8B-B14F-4D97-AF65-F5344CB8AC3E}">
        <p14:creationId xmlns:p14="http://schemas.microsoft.com/office/powerpoint/2010/main" val="1723338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5D7FD19-2708-763F-DC12-6FE690AD7FB2}"/>
              </a:ext>
            </a:extLst>
          </p:cNvPr>
          <p:cNvPicPr>
            <a:picLocks noChangeAspect="1"/>
          </p:cNvPicPr>
          <p:nvPr/>
        </p:nvPicPr>
        <p:blipFill rotWithShape="1">
          <a:blip r:embed="rId2">
            <a:extLst>
              <a:ext uri="{28A0092B-C50C-407E-A947-70E740481C1C}">
                <a14:useLocalDpi xmlns:a14="http://schemas.microsoft.com/office/drawing/2010/main" val="0"/>
              </a:ext>
            </a:extLst>
          </a:blip>
          <a:srcRect l="26148" t="36763" r="48765" b="33888"/>
          <a:stretch/>
        </p:blipFill>
        <p:spPr>
          <a:xfrm>
            <a:off x="611672" y="733518"/>
            <a:ext cx="5324529" cy="5374319"/>
          </a:xfrm>
          <a:prstGeom prst="rect">
            <a:avLst/>
          </a:prstGeom>
        </p:spPr>
      </p:pic>
      <p:pic>
        <p:nvPicPr>
          <p:cNvPr id="3" name="Picture 2">
            <a:extLst>
              <a:ext uri="{FF2B5EF4-FFF2-40B4-BE49-F238E27FC236}">
                <a16:creationId xmlns:a16="http://schemas.microsoft.com/office/drawing/2014/main" id="{8DC2AEE8-9FF8-BBFD-F21B-BA01412F4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5982" y="733518"/>
            <a:ext cx="2695482" cy="2695482"/>
          </a:xfrm>
          <a:prstGeom prst="rect">
            <a:avLst/>
          </a:prstGeom>
        </p:spPr>
      </p:pic>
      <p:pic>
        <p:nvPicPr>
          <p:cNvPr id="6" name="Picture 5">
            <a:extLst>
              <a:ext uri="{FF2B5EF4-FFF2-40B4-BE49-F238E27FC236}">
                <a16:creationId xmlns:a16="http://schemas.microsoft.com/office/drawing/2014/main" id="{4AF6CC94-8C4C-95C1-B60E-FB917041FD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4758" y="4092607"/>
            <a:ext cx="2606705" cy="1905000"/>
          </a:xfrm>
          <a:prstGeom prst="rect">
            <a:avLst/>
          </a:prstGeom>
        </p:spPr>
      </p:pic>
    </p:spTree>
    <p:extLst>
      <p:ext uri="{BB962C8B-B14F-4D97-AF65-F5344CB8AC3E}">
        <p14:creationId xmlns:p14="http://schemas.microsoft.com/office/powerpoint/2010/main" val="3983914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D4BC-2DE0-4806-1B2F-326F4E29D842}"/>
              </a:ext>
            </a:extLst>
          </p:cNvPr>
          <p:cNvSpPr>
            <a:spLocks noGrp="1"/>
          </p:cNvSpPr>
          <p:nvPr>
            <p:ph type="title"/>
          </p:nvPr>
        </p:nvSpPr>
        <p:spPr>
          <a:xfrm>
            <a:off x="372862" y="483834"/>
            <a:ext cx="11363418" cy="821183"/>
          </a:xfrm>
        </p:spPr>
        <p:txBody>
          <a:bodyPr>
            <a:normAutofit/>
          </a:bodyPr>
          <a:lstStyle/>
          <a:p>
            <a:r>
              <a:rPr lang="en-AU" b="1" dirty="0">
                <a:latin typeface="Times New Roman" panose="02020603050405020304" pitchFamily="18" charset="0"/>
                <a:cs typeface="Times New Roman" panose="02020603050405020304" pitchFamily="18" charset="0"/>
              </a:rPr>
              <a:t>UML DIAGRAMS</a:t>
            </a:r>
            <a:endParaRPr lang="en-AU" b="1" dirty="0"/>
          </a:p>
        </p:txBody>
      </p:sp>
      <p:sp>
        <p:nvSpPr>
          <p:cNvPr id="3" name="Content Placeholder 2">
            <a:extLst>
              <a:ext uri="{FF2B5EF4-FFF2-40B4-BE49-F238E27FC236}">
                <a16:creationId xmlns:a16="http://schemas.microsoft.com/office/drawing/2014/main" id="{27053F24-AF2D-0BD7-A1B0-3F5973CAA5A0}"/>
              </a:ext>
            </a:extLst>
          </p:cNvPr>
          <p:cNvSpPr>
            <a:spLocks noGrp="1"/>
          </p:cNvSpPr>
          <p:nvPr>
            <p:ph idx="1"/>
          </p:nvPr>
        </p:nvSpPr>
        <p:spPr>
          <a:xfrm>
            <a:off x="372862" y="1899822"/>
            <a:ext cx="11363418" cy="2059620"/>
          </a:xfrm>
        </p:spPr>
        <p:txBody>
          <a:bodyPr/>
          <a:lstStyle/>
          <a:p>
            <a:pPr algn="just">
              <a:lnSpc>
                <a:spcPct val="150000"/>
              </a:lnSpc>
            </a:pPr>
            <a:r>
              <a:rPr lang="en-US" sz="1800" dirty="0">
                <a:effectLst/>
                <a:latin typeface="Times New Roman" panose="02020603050405020304" pitchFamily="18" charset="0"/>
                <a:ea typeface="Arial MT"/>
              </a:rPr>
              <a:t>An UML diagram is a partial graphical representation (view) of a</a:t>
            </a:r>
            <a:r>
              <a:rPr lang="en-US" sz="1800" spc="5" dirty="0">
                <a:effectLst/>
                <a:latin typeface="Times New Roman" panose="02020603050405020304" pitchFamily="18" charset="0"/>
                <a:ea typeface="Arial MT"/>
              </a:rPr>
              <a:t> </a:t>
            </a:r>
            <a:r>
              <a:rPr lang="en-US" sz="1800" dirty="0">
                <a:effectLst/>
                <a:latin typeface="Times New Roman" panose="02020603050405020304" pitchFamily="18" charset="0"/>
                <a:ea typeface="Arial MT"/>
              </a:rPr>
              <a:t>model of a system under design, implementation, or already in existence.</a:t>
            </a:r>
          </a:p>
          <a:p>
            <a:pPr algn="just">
              <a:lnSpc>
                <a:spcPct val="150000"/>
              </a:lnSpc>
            </a:pPr>
            <a:r>
              <a:rPr lang="en-US" sz="1800" dirty="0">
                <a:effectLst/>
                <a:latin typeface="Times New Roman" panose="02020603050405020304" pitchFamily="18" charset="0"/>
                <a:ea typeface="Arial MT"/>
              </a:rPr>
              <a:t>UML diagram</a:t>
            </a:r>
            <a:r>
              <a:rPr lang="en-US" sz="1800" spc="5" dirty="0">
                <a:effectLst/>
                <a:latin typeface="Times New Roman" panose="02020603050405020304" pitchFamily="18" charset="0"/>
                <a:ea typeface="Arial MT"/>
              </a:rPr>
              <a:t> </a:t>
            </a:r>
            <a:r>
              <a:rPr lang="en-US" sz="1800" dirty="0">
                <a:effectLst/>
                <a:latin typeface="Times New Roman" panose="02020603050405020304" pitchFamily="18" charset="0"/>
                <a:ea typeface="Arial MT"/>
              </a:rPr>
              <a:t>contains graphical elements (symbols) - UML nodes connected with edges (also known as</a:t>
            </a:r>
            <a:r>
              <a:rPr lang="en-US" sz="1800" spc="-285" dirty="0">
                <a:effectLst/>
                <a:latin typeface="Times New Roman" panose="02020603050405020304" pitchFamily="18" charset="0"/>
                <a:ea typeface="Arial MT"/>
              </a:rPr>
              <a:t> </a:t>
            </a:r>
            <a:r>
              <a:rPr lang="en-US" sz="1800" dirty="0">
                <a:effectLst/>
                <a:latin typeface="Times New Roman" panose="02020603050405020304" pitchFamily="18" charset="0"/>
                <a:ea typeface="Arial MT"/>
              </a:rPr>
              <a:t>paths or flows) - that represent elements in the UML model of the designed system.</a:t>
            </a:r>
          </a:p>
        </p:txBody>
      </p:sp>
    </p:spTree>
    <p:extLst>
      <p:ext uri="{BB962C8B-B14F-4D97-AF65-F5344CB8AC3E}">
        <p14:creationId xmlns:p14="http://schemas.microsoft.com/office/powerpoint/2010/main" val="1967819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7CD3B4-8065-821C-0475-EE6E0800777F}"/>
              </a:ext>
            </a:extLst>
          </p:cNvPr>
          <p:cNvSpPr>
            <a:spLocks noGrp="1"/>
          </p:cNvSpPr>
          <p:nvPr>
            <p:ph idx="1"/>
          </p:nvPr>
        </p:nvSpPr>
        <p:spPr>
          <a:xfrm>
            <a:off x="553256" y="327017"/>
            <a:ext cx="11431598" cy="1617193"/>
          </a:xfrm>
        </p:spPr>
        <p:txBody>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USECASE DAIGRAM</a:t>
            </a:r>
          </a:p>
          <a:p>
            <a:pPr algn="just">
              <a:lnSpc>
                <a:spcPct val="150000"/>
              </a:lnSpc>
            </a:pPr>
            <a:r>
              <a:rPr lang="en-US" sz="1800" dirty="0">
                <a:solidFill>
                  <a:srgbClr val="282C33"/>
                </a:solidFill>
                <a:latin typeface="Times New Roman" panose="02020603050405020304" pitchFamily="18" charset="0"/>
                <a:ea typeface="Arial MT"/>
              </a:rPr>
              <a:t>A</a:t>
            </a:r>
            <a:r>
              <a:rPr lang="en-US" sz="1800" dirty="0">
                <a:solidFill>
                  <a:srgbClr val="282C33"/>
                </a:solidFill>
                <a:effectLst/>
                <a:latin typeface="Times New Roman" panose="02020603050405020304" pitchFamily="18" charset="0"/>
                <a:ea typeface="Arial MT"/>
              </a:rPr>
              <a:t> use case diagram can</a:t>
            </a:r>
            <a:r>
              <a:rPr lang="en-US" sz="1800" spc="-285" dirty="0">
                <a:solidFill>
                  <a:srgbClr val="282C33"/>
                </a:solidFill>
                <a:effectLst/>
                <a:latin typeface="Times New Roman" panose="02020603050405020304" pitchFamily="18" charset="0"/>
                <a:ea typeface="Arial MT"/>
              </a:rPr>
              <a:t> </a:t>
            </a:r>
            <a:r>
              <a:rPr lang="en-US" sz="1800" dirty="0">
                <a:solidFill>
                  <a:srgbClr val="282C33"/>
                </a:solidFill>
                <a:effectLst/>
                <a:latin typeface="Times New Roman" panose="02020603050405020304" pitchFamily="18" charset="0"/>
                <a:ea typeface="Arial MT"/>
              </a:rPr>
              <a:t>summarize the details of your system's users (also known as actors) and their interactions</a:t>
            </a:r>
            <a:r>
              <a:rPr lang="en-US" sz="1800" spc="5" dirty="0">
                <a:solidFill>
                  <a:srgbClr val="282C33"/>
                </a:solidFill>
                <a:effectLst/>
                <a:latin typeface="Times New Roman" panose="02020603050405020304" pitchFamily="18" charset="0"/>
                <a:ea typeface="Arial MT"/>
              </a:rPr>
              <a:t> </a:t>
            </a:r>
            <a:r>
              <a:rPr lang="en-US" sz="1800" dirty="0">
                <a:solidFill>
                  <a:srgbClr val="282C33"/>
                </a:solidFill>
                <a:effectLst/>
                <a:latin typeface="Times New Roman" panose="02020603050405020304" pitchFamily="18" charset="0"/>
                <a:ea typeface="Arial MT"/>
              </a:rPr>
              <a:t>with the system.</a:t>
            </a:r>
            <a:endParaRPr lang="en-AU" sz="2000" dirty="0">
              <a:latin typeface="Times New Roman" panose="02020603050405020304" pitchFamily="18" charset="0"/>
              <a:cs typeface="Times New Roman" panose="02020603050405020304" pitchFamily="18" charset="0"/>
            </a:endParaRPr>
          </a:p>
          <a:p>
            <a:endParaRPr lang="en-AU" dirty="0"/>
          </a:p>
        </p:txBody>
      </p:sp>
      <p:pic>
        <p:nvPicPr>
          <p:cNvPr id="5" name="Picture 4">
            <a:extLst>
              <a:ext uri="{FF2B5EF4-FFF2-40B4-BE49-F238E27FC236}">
                <a16:creationId xmlns:a16="http://schemas.microsoft.com/office/drawing/2014/main" id="{EF9AA4A3-9BF7-C9D4-C6A5-8C3CC5873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6494" y="1944210"/>
            <a:ext cx="6829425" cy="43719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91694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BDE2C5-2B60-3C10-9E3C-50D087441177}"/>
              </a:ext>
            </a:extLst>
          </p:cNvPr>
          <p:cNvSpPr>
            <a:spLocks noGrp="1"/>
          </p:cNvSpPr>
          <p:nvPr>
            <p:ph idx="1"/>
          </p:nvPr>
        </p:nvSpPr>
        <p:spPr>
          <a:xfrm>
            <a:off x="417250" y="90153"/>
            <a:ext cx="11594237" cy="1587727"/>
          </a:xfrm>
        </p:spPr>
        <p:txBody>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CLASS DIAGRAM</a:t>
            </a:r>
          </a:p>
          <a:p>
            <a:pPr algn="just">
              <a:lnSpc>
                <a:spcPct val="150000"/>
              </a:lnSpc>
            </a:pPr>
            <a:r>
              <a:rPr lang="en-AU" sz="1800" dirty="0">
                <a:solidFill>
                  <a:srgbClr val="202122"/>
                </a:solidFill>
                <a:effectLst/>
                <a:latin typeface="Times New Roman" panose="02020603050405020304" pitchFamily="18" charset="0"/>
                <a:ea typeface="Times New Roman" panose="02020603050405020304" pitchFamily="18" charset="0"/>
              </a:rPr>
              <a:t>A Class diagram  is a type of static structure diagram that describes the structure of a system by showing the system's classes, their attributes, operations and the relationships among objects.</a:t>
            </a:r>
          </a:p>
        </p:txBody>
      </p:sp>
      <p:pic>
        <p:nvPicPr>
          <p:cNvPr id="4" name="Picture 3">
            <a:extLst>
              <a:ext uri="{FF2B5EF4-FFF2-40B4-BE49-F238E27FC236}">
                <a16:creationId xmlns:a16="http://schemas.microsoft.com/office/drawing/2014/main" id="{1B6FD7BC-C745-B2CA-1AAE-9C7A977134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3289" y="1890944"/>
            <a:ext cx="9001957" cy="4420642"/>
          </a:xfrm>
          <a:prstGeom prst="rect">
            <a:avLst/>
          </a:prstGeom>
        </p:spPr>
      </p:pic>
    </p:spTree>
    <p:extLst>
      <p:ext uri="{BB962C8B-B14F-4D97-AF65-F5344CB8AC3E}">
        <p14:creationId xmlns:p14="http://schemas.microsoft.com/office/powerpoint/2010/main" val="3465817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D5BA8-B5B5-5662-658C-8B943459E2A2}"/>
              </a:ext>
            </a:extLst>
          </p:cNvPr>
          <p:cNvSpPr>
            <a:spLocks noGrp="1"/>
          </p:cNvSpPr>
          <p:nvPr>
            <p:ph idx="1"/>
          </p:nvPr>
        </p:nvSpPr>
        <p:spPr>
          <a:xfrm>
            <a:off x="506026" y="276584"/>
            <a:ext cx="11496583" cy="1454562"/>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SEQUENCE DIAGRAM</a:t>
            </a:r>
          </a:p>
          <a:p>
            <a:pPr algn="just">
              <a:lnSpc>
                <a:spcPct val="150000"/>
              </a:lnSpc>
            </a:pPr>
            <a:r>
              <a:rPr lang="en-US" sz="1800" dirty="0">
                <a:effectLst/>
                <a:latin typeface="Times New Roman" panose="02020603050405020304" pitchFamily="18" charset="0"/>
                <a:ea typeface="Arial MT"/>
              </a:rPr>
              <a:t>A sequence diagram is a type of interaction diagram because it</a:t>
            </a:r>
            <a:r>
              <a:rPr lang="en-US" sz="1800" spc="5" dirty="0">
                <a:effectLst/>
                <a:latin typeface="Times New Roman" panose="02020603050405020304" pitchFamily="18" charset="0"/>
                <a:ea typeface="Arial MT"/>
              </a:rPr>
              <a:t> </a:t>
            </a:r>
            <a:r>
              <a:rPr lang="en-US" sz="1800" dirty="0">
                <a:effectLst/>
                <a:latin typeface="Times New Roman" panose="02020603050405020304" pitchFamily="18" charset="0"/>
                <a:ea typeface="Arial MT"/>
              </a:rPr>
              <a:t>describes how and in what order a group of objects works together.</a:t>
            </a:r>
            <a:endParaRPr lang="en-US" sz="1800" dirty="0">
              <a:latin typeface="Times New Roman" panose="02020603050405020304" pitchFamily="18" charset="0"/>
              <a:ea typeface="Arial MT"/>
              <a:cs typeface="Times New Roman" panose="02020603050405020304" pitchFamily="18" charset="0"/>
            </a:endParaRPr>
          </a:p>
          <a:p>
            <a:endParaRPr lang="en-AU" dirty="0"/>
          </a:p>
        </p:txBody>
      </p:sp>
      <p:pic>
        <p:nvPicPr>
          <p:cNvPr id="5" name="Picture 4">
            <a:extLst>
              <a:ext uri="{FF2B5EF4-FFF2-40B4-BE49-F238E27FC236}">
                <a16:creationId xmlns:a16="http://schemas.microsoft.com/office/drawing/2014/main" id="{7F38CC29-C37A-19D6-7226-6926E01E9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0215" y="1811045"/>
            <a:ext cx="11034942" cy="486496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158774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6D4B31-8A31-F5E7-2C38-92EE61A2331A}"/>
              </a:ext>
            </a:extLst>
          </p:cNvPr>
          <p:cNvSpPr>
            <a:spLocks noGrp="1"/>
          </p:cNvSpPr>
          <p:nvPr>
            <p:ph idx="1"/>
          </p:nvPr>
        </p:nvSpPr>
        <p:spPr>
          <a:xfrm>
            <a:off x="399495" y="205564"/>
            <a:ext cx="11691891" cy="1410172"/>
          </a:xfrm>
        </p:spPr>
        <p:txBody>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ACTIVITY DIAGRAM</a:t>
            </a:r>
            <a:endParaRPr lang="en-US" sz="1800" dirty="0">
              <a:effectLst/>
              <a:latin typeface="Times New Roman" panose="02020603050405020304" pitchFamily="18" charset="0"/>
              <a:ea typeface="Arial MT"/>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Arial MT"/>
                <a:cs typeface="Times New Roman" panose="02020603050405020304" pitchFamily="18" charset="0"/>
              </a:rPr>
              <a:t>An</a:t>
            </a:r>
            <a:r>
              <a:rPr lang="en-US" sz="1800" spc="5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activity</a:t>
            </a:r>
            <a:r>
              <a:rPr lang="en-US" sz="1800" spc="2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diagram</a:t>
            </a:r>
            <a:r>
              <a:rPr lang="en-US" sz="1800" spc="6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portrays</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the</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control</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flow</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from</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a</a:t>
            </a:r>
            <a:r>
              <a:rPr lang="en-US" sz="1800" spc="5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start</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point</a:t>
            </a:r>
            <a:r>
              <a:rPr lang="en-US" sz="1800" spc="6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to</a:t>
            </a:r>
            <a:r>
              <a:rPr lang="en-US" sz="1800" spc="4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a</a:t>
            </a:r>
            <a:r>
              <a:rPr lang="en-US" sz="1800" spc="5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finish</a:t>
            </a:r>
            <a:r>
              <a:rPr lang="en-US" sz="1800" spc="50"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point</a:t>
            </a:r>
            <a:r>
              <a:rPr lang="en-US" sz="1800" spc="5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showing</a:t>
            </a:r>
            <a:r>
              <a:rPr lang="en-US" sz="1800" spc="-28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the</a:t>
            </a:r>
            <a:r>
              <a:rPr lang="en-US" sz="1800" spc="-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various decision paths that exist while the</a:t>
            </a:r>
            <a:r>
              <a:rPr lang="en-US" sz="1800" spc="-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activity</a:t>
            </a:r>
            <a:r>
              <a:rPr lang="en-US" sz="1800" spc="-2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is</a:t>
            </a:r>
            <a:r>
              <a:rPr lang="en-US" sz="1800" spc="-5" dirty="0">
                <a:effectLst/>
                <a:latin typeface="Times New Roman" panose="02020603050405020304" pitchFamily="18" charset="0"/>
                <a:ea typeface="Arial MT"/>
                <a:cs typeface="Times New Roman" panose="02020603050405020304" pitchFamily="18" charset="0"/>
              </a:rPr>
              <a:t> </a:t>
            </a:r>
            <a:r>
              <a:rPr lang="en-US" sz="1800" dirty="0">
                <a:effectLst/>
                <a:latin typeface="Times New Roman" panose="02020603050405020304" pitchFamily="18" charset="0"/>
                <a:ea typeface="Arial MT"/>
                <a:cs typeface="Times New Roman" panose="02020603050405020304" pitchFamily="18" charset="0"/>
              </a:rPr>
              <a:t>being executed.</a:t>
            </a:r>
            <a:endParaRPr lang="en-AU" sz="2000" dirty="0">
              <a:effectLst/>
              <a:latin typeface="Times New Roman" panose="02020603050405020304" pitchFamily="18" charset="0"/>
              <a:ea typeface="Arial MT"/>
              <a:cs typeface="Times New Roman" panose="02020603050405020304" pitchFamily="18" charset="0"/>
            </a:endParaRPr>
          </a:p>
        </p:txBody>
      </p:sp>
      <p:pic>
        <p:nvPicPr>
          <p:cNvPr id="5" name="Picture 4">
            <a:extLst>
              <a:ext uri="{FF2B5EF4-FFF2-40B4-BE49-F238E27FC236}">
                <a16:creationId xmlns:a16="http://schemas.microsoft.com/office/drawing/2014/main" id="{18B5B1D4-54ED-3C9C-CCA3-31941FB5D3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217" y="1868379"/>
            <a:ext cx="10191565" cy="46482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52016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1DAE1-B0D9-5925-0FF8-2E6B8556A7D6}"/>
              </a:ext>
            </a:extLst>
          </p:cNvPr>
          <p:cNvSpPr>
            <a:spLocks noGrp="1"/>
          </p:cNvSpPr>
          <p:nvPr>
            <p:ph type="title"/>
          </p:nvPr>
        </p:nvSpPr>
        <p:spPr>
          <a:xfrm>
            <a:off x="497150" y="598945"/>
            <a:ext cx="11274640" cy="659922"/>
          </a:xfrm>
        </p:spPr>
        <p:txBody>
          <a:bodyPr>
            <a:normAutofit fontScale="90000"/>
          </a:bodyPr>
          <a:lstStyle/>
          <a:p>
            <a:r>
              <a:rPr lang="en-AU" sz="2800" b="1" dirty="0">
                <a:latin typeface="Times New Roman" panose="02020603050405020304" pitchFamily="18" charset="0"/>
                <a:cs typeface="Times New Roman" panose="02020603050405020304" pitchFamily="18" charset="0"/>
              </a:rPr>
              <a:t>CONCLUSION</a:t>
            </a:r>
            <a:endParaRPr lang="en-AU" dirty="0"/>
          </a:p>
        </p:txBody>
      </p:sp>
      <p:sp>
        <p:nvSpPr>
          <p:cNvPr id="3" name="Content Placeholder 2">
            <a:extLst>
              <a:ext uri="{FF2B5EF4-FFF2-40B4-BE49-F238E27FC236}">
                <a16:creationId xmlns:a16="http://schemas.microsoft.com/office/drawing/2014/main" id="{2A232C5B-379B-B7B1-992F-CDA05F6F2229}"/>
              </a:ext>
            </a:extLst>
          </p:cNvPr>
          <p:cNvSpPr>
            <a:spLocks noGrp="1"/>
          </p:cNvSpPr>
          <p:nvPr>
            <p:ph idx="1"/>
          </p:nvPr>
        </p:nvSpPr>
        <p:spPr>
          <a:xfrm>
            <a:off x="497150" y="2166122"/>
            <a:ext cx="11274639" cy="1339838"/>
          </a:xfrm>
        </p:spPr>
        <p:txBody>
          <a:bodyPr>
            <a:normAutofit/>
          </a:bodyPr>
          <a:lstStyle/>
          <a:p>
            <a:pPr marL="0" indent="0" algn="just">
              <a:lnSpc>
                <a:spcPct val="150000"/>
              </a:lnSpc>
              <a:buNone/>
            </a:pPr>
            <a:r>
              <a:rPr lang="en-AU" sz="1800" b="0" i="0" u="none" strike="noStrike" dirty="0">
                <a:solidFill>
                  <a:srgbClr val="231F20"/>
                </a:solidFill>
                <a:effectLst/>
                <a:latin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So, finally we have concluded that during the project development, we had learnt many key things of Statistical and Experimental concepts . And also, it is very important of each minor work piece to carry out the model accurately to yield the results.</a:t>
            </a:r>
            <a:endParaRPr lang="en-AU"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4E4C20F1-ABD4-17F5-7B88-DB0E94954FE4}"/>
              </a:ext>
            </a:extLst>
          </p:cNvPr>
          <p:cNvGrpSpPr/>
          <p:nvPr/>
        </p:nvGrpSpPr>
        <p:grpSpPr>
          <a:xfrm>
            <a:off x="10368993" y="1624233"/>
            <a:ext cx="360" cy="360"/>
            <a:chOff x="10368993" y="1624233"/>
            <a:chExt cx="360" cy="36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26581EE-B410-CF90-9033-2B9EAA95B505}"/>
                    </a:ext>
                  </a:extLst>
                </p14:cNvPr>
                <p14:cNvContentPartPr/>
                <p14:nvPr/>
              </p14:nvContentPartPr>
              <p14:xfrm>
                <a:off x="10368993" y="1624233"/>
                <a:ext cx="360" cy="360"/>
              </p14:xfrm>
            </p:contentPart>
          </mc:Choice>
          <mc:Fallback xmlns="">
            <p:pic>
              <p:nvPicPr>
                <p:cNvPr id="4" name="Ink 3">
                  <a:extLst>
                    <a:ext uri="{FF2B5EF4-FFF2-40B4-BE49-F238E27FC236}">
                      <a16:creationId xmlns:a16="http://schemas.microsoft.com/office/drawing/2014/main" id="{626581EE-B410-CF90-9033-2B9EAA95B505}"/>
                    </a:ext>
                  </a:extLst>
                </p:cNvPr>
                <p:cNvPicPr/>
                <p:nvPr/>
              </p:nvPicPr>
              <p:blipFill>
                <a:blip r:embed="rId3"/>
                <a:stretch>
                  <a:fillRect/>
                </a:stretch>
              </p:blipFill>
              <p:spPr>
                <a:xfrm>
                  <a:off x="10364673" y="161991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F88BB439-D09C-E576-64C1-39E86A290744}"/>
                    </a:ext>
                  </a:extLst>
                </p14:cNvPr>
                <p14:cNvContentPartPr/>
                <p14:nvPr/>
              </p14:nvContentPartPr>
              <p14:xfrm>
                <a:off x="10368993" y="1624233"/>
                <a:ext cx="360" cy="360"/>
              </p14:xfrm>
            </p:contentPart>
          </mc:Choice>
          <mc:Fallback xmlns="">
            <p:pic>
              <p:nvPicPr>
                <p:cNvPr id="5" name="Ink 4">
                  <a:extLst>
                    <a:ext uri="{FF2B5EF4-FFF2-40B4-BE49-F238E27FC236}">
                      <a16:creationId xmlns:a16="http://schemas.microsoft.com/office/drawing/2014/main" id="{F88BB439-D09C-E576-64C1-39E86A290744}"/>
                    </a:ext>
                  </a:extLst>
                </p:cNvPr>
                <p:cNvPicPr/>
                <p:nvPr/>
              </p:nvPicPr>
              <p:blipFill>
                <a:blip r:embed="rId3"/>
                <a:stretch>
                  <a:fillRect/>
                </a:stretch>
              </p:blipFill>
              <p:spPr>
                <a:xfrm>
                  <a:off x="10364673" y="161991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2AC4C28F-350C-7FA1-CAFA-E7EF6EC14428}"/>
                    </a:ext>
                  </a:extLst>
                </p14:cNvPr>
                <p14:cNvContentPartPr/>
                <p14:nvPr/>
              </p14:nvContentPartPr>
              <p14:xfrm>
                <a:off x="10368993" y="1624233"/>
                <a:ext cx="360" cy="360"/>
              </p14:xfrm>
            </p:contentPart>
          </mc:Choice>
          <mc:Fallback xmlns="">
            <p:pic>
              <p:nvPicPr>
                <p:cNvPr id="6" name="Ink 5">
                  <a:extLst>
                    <a:ext uri="{FF2B5EF4-FFF2-40B4-BE49-F238E27FC236}">
                      <a16:creationId xmlns:a16="http://schemas.microsoft.com/office/drawing/2014/main" id="{2AC4C28F-350C-7FA1-CAFA-E7EF6EC14428}"/>
                    </a:ext>
                  </a:extLst>
                </p:cNvPr>
                <p:cNvPicPr/>
                <p:nvPr/>
              </p:nvPicPr>
              <p:blipFill>
                <a:blip r:embed="rId3"/>
                <a:stretch>
                  <a:fillRect/>
                </a:stretch>
              </p:blipFill>
              <p:spPr>
                <a:xfrm>
                  <a:off x="10364673" y="1619913"/>
                  <a:ext cx="9000" cy="9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A6311C0F-A120-0D16-5D93-6716F03FC63B}"/>
                  </a:ext>
                </a:extLst>
              </p14:cNvPr>
              <p14:cNvContentPartPr/>
              <p14:nvPr/>
            </p14:nvContentPartPr>
            <p14:xfrm>
              <a:off x="8948433" y="2254593"/>
              <a:ext cx="360" cy="360"/>
            </p14:xfrm>
          </p:contentPart>
        </mc:Choice>
        <mc:Fallback xmlns="">
          <p:pic>
            <p:nvPicPr>
              <p:cNvPr id="7" name="Ink 6">
                <a:extLst>
                  <a:ext uri="{FF2B5EF4-FFF2-40B4-BE49-F238E27FC236}">
                    <a16:creationId xmlns:a16="http://schemas.microsoft.com/office/drawing/2014/main" id="{A6311C0F-A120-0D16-5D93-6716F03FC63B}"/>
                  </a:ext>
                </a:extLst>
              </p:cNvPr>
              <p:cNvPicPr/>
              <p:nvPr/>
            </p:nvPicPr>
            <p:blipFill>
              <a:blip r:embed="rId3"/>
              <a:stretch>
                <a:fillRect/>
              </a:stretch>
            </p:blipFill>
            <p:spPr>
              <a:xfrm>
                <a:off x="8944113" y="2250273"/>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5ED8E69F-136C-7764-3ACE-4B4F872EBB07}"/>
                  </a:ext>
                </a:extLst>
              </p14:cNvPr>
              <p14:cNvContentPartPr/>
              <p14:nvPr/>
            </p14:nvContentPartPr>
            <p14:xfrm>
              <a:off x="3435033" y="2734113"/>
              <a:ext cx="360" cy="360"/>
            </p14:xfrm>
          </p:contentPart>
        </mc:Choice>
        <mc:Fallback xmlns="">
          <p:pic>
            <p:nvPicPr>
              <p:cNvPr id="9" name="Ink 8">
                <a:extLst>
                  <a:ext uri="{FF2B5EF4-FFF2-40B4-BE49-F238E27FC236}">
                    <a16:creationId xmlns:a16="http://schemas.microsoft.com/office/drawing/2014/main" id="{5ED8E69F-136C-7764-3ACE-4B4F872EBB07}"/>
                  </a:ext>
                </a:extLst>
              </p:cNvPr>
              <p:cNvPicPr/>
              <p:nvPr/>
            </p:nvPicPr>
            <p:blipFill>
              <a:blip r:embed="rId3"/>
              <a:stretch>
                <a:fillRect/>
              </a:stretch>
            </p:blipFill>
            <p:spPr>
              <a:xfrm>
                <a:off x="3430713" y="2729793"/>
                <a:ext cx="9000" cy="9000"/>
              </a:xfrm>
              <a:prstGeom prst="rect">
                <a:avLst/>
              </a:prstGeom>
            </p:spPr>
          </p:pic>
        </mc:Fallback>
      </mc:AlternateContent>
    </p:spTree>
    <p:extLst>
      <p:ext uri="{BB962C8B-B14F-4D97-AF65-F5344CB8AC3E}">
        <p14:creationId xmlns:p14="http://schemas.microsoft.com/office/powerpoint/2010/main" val="4048778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9D63-7732-1008-A91F-A8EFD9106D7F}"/>
              </a:ext>
            </a:extLst>
          </p:cNvPr>
          <p:cNvSpPr>
            <a:spLocks noGrp="1"/>
          </p:cNvSpPr>
          <p:nvPr>
            <p:ph type="title"/>
          </p:nvPr>
        </p:nvSpPr>
        <p:spPr>
          <a:xfrm>
            <a:off x="392097" y="458664"/>
            <a:ext cx="11407805" cy="784209"/>
          </a:xfrm>
        </p:spPr>
        <p:txBody>
          <a:bodyPr>
            <a:normAutofit/>
          </a:bodyPr>
          <a:lstStyle/>
          <a:p>
            <a:r>
              <a:rPr lang="en-AU" b="1" dirty="0">
                <a:latin typeface="Times New Roman" panose="02020603050405020304" pitchFamily="18" charset="0"/>
                <a:cs typeface="Times New Roman" panose="02020603050405020304" pitchFamily="18" charset="0"/>
              </a:rPr>
              <a:t>FUTURE SCOPE</a:t>
            </a:r>
            <a:endParaRPr lang="en-AU" b="1" dirty="0"/>
          </a:p>
        </p:txBody>
      </p:sp>
      <p:sp>
        <p:nvSpPr>
          <p:cNvPr id="3" name="Content Placeholder 2">
            <a:extLst>
              <a:ext uri="{FF2B5EF4-FFF2-40B4-BE49-F238E27FC236}">
                <a16:creationId xmlns:a16="http://schemas.microsoft.com/office/drawing/2014/main" id="{29F1EEEA-A90D-E471-D3E9-FA06EEB0395D}"/>
              </a:ext>
            </a:extLst>
          </p:cNvPr>
          <p:cNvSpPr>
            <a:spLocks noGrp="1"/>
          </p:cNvSpPr>
          <p:nvPr>
            <p:ph idx="1"/>
          </p:nvPr>
        </p:nvSpPr>
        <p:spPr>
          <a:xfrm>
            <a:off x="392097" y="2060995"/>
            <a:ext cx="11407805" cy="2004978"/>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For future extension, </a:t>
            </a:r>
            <a:r>
              <a:rPr lang="en-AU" b="0" i="0" dirty="0">
                <a:solidFill>
                  <a:srgbClr val="333333"/>
                </a:solidFill>
                <a:effectLst/>
                <a:latin typeface="Georgia" panose="02040502050405020303" pitchFamily="18" charset="0"/>
              </a:rPr>
              <a:t> </a:t>
            </a:r>
            <a:r>
              <a:rPr lang="en-AU" sz="1800" dirty="0">
                <a:effectLst/>
                <a:latin typeface="Times New Roman" panose="02020603050405020304" pitchFamily="18" charset="0"/>
                <a:ea typeface="Calibri" panose="020F0502020204030204" pitchFamily="34" charset="0"/>
              </a:rPr>
              <a:t>On the basis of future scope Hyperspectral Image Sensing &amp; Its anomaly detection, we can integrate the work that done now with the deep learning and enhanced deep learning in order to classify the pixels more accurately according to similar classes to provide the ideal accuracy. Not only with DL, Auto-Encoding techniques might be applied to transform the data as convenient to implement the model on data.  </a:t>
            </a:r>
          </a:p>
          <a:p>
            <a:pPr marL="0" indent="0" algn="just">
              <a:lnSpc>
                <a:spcPct val="150000"/>
              </a:lnSpc>
              <a:buNone/>
            </a:pP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2320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A1A63-228C-3E45-0D88-78888E963DCD}"/>
              </a:ext>
            </a:extLst>
          </p:cNvPr>
          <p:cNvSpPr>
            <a:spLocks noGrp="1"/>
          </p:cNvSpPr>
          <p:nvPr>
            <p:ph type="title"/>
          </p:nvPr>
        </p:nvSpPr>
        <p:spPr>
          <a:xfrm>
            <a:off x="541538" y="210090"/>
            <a:ext cx="11248008" cy="686555"/>
          </a:xfrm>
        </p:spPr>
        <p:txBody>
          <a:bodyPr>
            <a:normAutofit fontScale="90000"/>
          </a:bodyPr>
          <a:lstStyle/>
          <a:p>
            <a:r>
              <a:rPr lang="en-AU" sz="2800" b="1" i="0" u="none" strike="noStrike" dirty="0">
                <a:solidFill>
                  <a:srgbClr val="231F20"/>
                </a:solidFill>
                <a:effectLst/>
                <a:latin typeface="Times New Roman" panose="02020603050405020304" pitchFamily="18" charset="0"/>
              </a:rPr>
              <a:t>REFERENCES</a:t>
            </a:r>
            <a:endParaRPr lang="en-AU" dirty="0"/>
          </a:p>
        </p:txBody>
      </p:sp>
      <p:sp>
        <p:nvSpPr>
          <p:cNvPr id="3" name="Content Placeholder 2">
            <a:extLst>
              <a:ext uri="{FF2B5EF4-FFF2-40B4-BE49-F238E27FC236}">
                <a16:creationId xmlns:a16="http://schemas.microsoft.com/office/drawing/2014/main" id="{036B946D-4759-BA2A-70AF-E081E36101C6}"/>
              </a:ext>
            </a:extLst>
          </p:cNvPr>
          <p:cNvSpPr>
            <a:spLocks noGrp="1"/>
          </p:cNvSpPr>
          <p:nvPr>
            <p:ph idx="1"/>
          </p:nvPr>
        </p:nvSpPr>
        <p:spPr>
          <a:xfrm>
            <a:off x="541538" y="1376040"/>
            <a:ext cx="11248008" cy="5131292"/>
          </a:xfrm>
        </p:spPr>
        <p:txBody>
          <a:bodyPr/>
          <a:lstStyle/>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rPr>
              <a:t>D. </a:t>
            </a:r>
            <a:r>
              <a:rPr lang="en-AU" dirty="0" err="1">
                <a:latin typeface="Times New Roman" panose="02020603050405020304" pitchFamily="18" charset="0"/>
                <a:cs typeface="Times New Roman" panose="02020603050405020304" pitchFamily="18" charset="0"/>
              </a:rPr>
              <a:t>Landgrebe</a:t>
            </a:r>
            <a:r>
              <a:rPr lang="en-AU" dirty="0">
                <a:latin typeface="Times New Roman" panose="02020603050405020304" pitchFamily="18" charset="0"/>
                <a:cs typeface="Times New Roman" panose="02020603050405020304" pitchFamily="18" charset="0"/>
              </a:rPr>
              <a:t>, “Hyperspectral image data analysis,” IEEE Signal Process. Mag., vol. 19, no. 1, pp. 17–28, Jan. 2002.</a:t>
            </a:r>
          </a:p>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rPr>
              <a:t>F. Luo, B. Du, L. Zhang, L. Zhang, and D. Tao, “Feature learning using spatial-spectral hypergraph discriminant analysis for hyperspectral image,” IEEE Trans. </a:t>
            </a:r>
            <a:r>
              <a:rPr lang="en-AU" dirty="0" err="1">
                <a:latin typeface="Times New Roman" panose="02020603050405020304" pitchFamily="18" charset="0"/>
                <a:cs typeface="Times New Roman" panose="02020603050405020304" pitchFamily="18" charset="0"/>
              </a:rPr>
              <a:t>Cybern</a:t>
            </a:r>
            <a:r>
              <a:rPr lang="en-AU" dirty="0">
                <a:latin typeface="Times New Roman" panose="02020603050405020304" pitchFamily="18" charset="0"/>
                <a:cs typeface="Times New Roman" panose="02020603050405020304" pitchFamily="18" charset="0"/>
              </a:rPr>
              <a:t>., vol. 49, no. 7, pp. 2406–2419, Jul. 2019.</a:t>
            </a:r>
          </a:p>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rPr>
              <a:t>Y. Chen, N. M. </a:t>
            </a:r>
            <a:r>
              <a:rPr lang="en-AU" dirty="0" err="1">
                <a:latin typeface="Times New Roman" panose="02020603050405020304" pitchFamily="18" charset="0"/>
                <a:cs typeface="Times New Roman" panose="02020603050405020304" pitchFamily="18" charset="0"/>
              </a:rPr>
              <a:t>Nasrabadi</a:t>
            </a:r>
            <a:r>
              <a:rPr lang="en-AU" dirty="0">
                <a:latin typeface="Times New Roman" panose="02020603050405020304" pitchFamily="18" charset="0"/>
                <a:cs typeface="Times New Roman" panose="02020603050405020304" pitchFamily="18" charset="0"/>
              </a:rPr>
              <a:t>, and T. D. Tran, “Hyperspectral image classification using dictionary-based sparse representation,” IEEE Trans. </a:t>
            </a:r>
            <a:r>
              <a:rPr lang="en-AU" dirty="0" err="1">
                <a:latin typeface="Times New Roman" panose="02020603050405020304" pitchFamily="18" charset="0"/>
                <a:cs typeface="Times New Roman" panose="02020603050405020304" pitchFamily="18" charset="0"/>
              </a:rPr>
              <a:t>Geosci</a:t>
            </a:r>
            <a:r>
              <a:rPr lang="en-AU" dirty="0">
                <a:latin typeface="Times New Roman" panose="02020603050405020304" pitchFamily="18" charset="0"/>
                <a:cs typeface="Times New Roman" panose="02020603050405020304" pitchFamily="18" charset="0"/>
              </a:rPr>
              <a:t>. Remote Sens., vol. 49, no. 10, pp. 3973–3985, Oct. 2011.</a:t>
            </a:r>
          </a:p>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rPr>
              <a:t>R. Zhao, B. Du, and L. Zhang, “Hyperspectral anomaly detection via a sparsity score estimation framework,” IEEE Trans. </a:t>
            </a:r>
            <a:r>
              <a:rPr lang="en-AU" dirty="0" err="1">
                <a:latin typeface="Times New Roman" panose="02020603050405020304" pitchFamily="18" charset="0"/>
                <a:cs typeface="Times New Roman" panose="02020603050405020304" pitchFamily="18" charset="0"/>
              </a:rPr>
              <a:t>Geosci</a:t>
            </a:r>
            <a:r>
              <a:rPr lang="en-AU" dirty="0">
                <a:latin typeface="Times New Roman" panose="02020603050405020304" pitchFamily="18" charset="0"/>
                <a:cs typeface="Times New Roman" panose="02020603050405020304" pitchFamily="18" charset="0"/>
              </a:rPr>
              <a:t>. Remote Sens., vol. 55, no. 6, pp. 3208–3222, Jun. 2017.</a:t>
            </a:r>
          </a:p>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hlinkClick r:id="rId2"/>
              </a:rPr>
              <a:t>Hyperspectral Remote Sensing Scenes - Grupo de </a:t>
            </a:r>
            <a:r>
              <a:rPr lang="en-AU" dirty="0" err="1">
                <a:latin typeface="Times New Roman" panose="02020603050405020304" pitchFamily="18" charset="0"/>
                <a:cs typeface="Times New Roman" panose="02020603050405020304" pitchFamily="18" charset="0"/>
                <a:hlinkClick r:id="rId2"/>
              </a:rPr>
              <a:t>Inteligencia</a:t>
            </a:r>
            <a:r>
              <a:rPr lang="en-AU" dirty="0">
                <a:latin typeface="Times New Roman" panose="02020603050405020304" pitchFamily="18" charset="0"/>
                <a:cs typeface="Times New Roman" panose="02020603050405020304" pitchFamily="18" charset="0"/>
                <a:hlinkClick r:id="rId2"/>
              </a:rPr>
              <a:t> </a:t>
            </a:r>
            <a:r>
              <a:rPr lang="en-AU" dirty="0" err="1">
                <a:latin typeface="Times New Roman" panose="02020603050405020304" pitchFamily="18" charset="0"/>
                <a:cs typeface="Times New Roman" panose="02020603050405020304" pitchFamily="18" charset="0"/>
                <a:hlinkClick r:id="rId2"/>
              </a:rPr>
              <a:t>Computacional</a:t>
            </a:r>
            <a:r>
              <a:rPr lang="en-AU" dirty="0">
                <a:latin typeface="Times New Roman" panose="02020603050405020304" pitchFamily="18" charset="0"/>
                <a:cs typeface="Times New Roman" panose="02020603050405020304" pitchFamily="18" charset="0"/>
                <a:hlinkClick r:id="rId2"/>
              </a:rPr>
              <a:t> (GIC) (</a:t>
            </a:r>
            <a:r>
              <a:rPr lang="en-AU" dirty="0" err="1">
                <a:latin typeface="Times New Roman" panose="02020603050405020304" pitchFamily="18" charset="0"/>
                <a:cs typeface="Times New Roman" panose="02020603050405020304" pitchFamily="18" charset="0"/>
                <a:hlinkClick r:id="rId2"/>
              </a:rPr>
              <a:t>ehu.eus</a:t>
            </a:r>
            <a:r>
              <a:rPr lang="en-AU" dirty="0">
                <a:latin typeface="Times New Roman" panose="02020603050405020304" pitchFamily="18" charset="0"/>
                <a:cs typeface="Times New Roman" panose="02020603050405020304" pitchFamily="18" charset="0"/>
                <a:hlinkClick r:id="rId2"/>
              </a:rPr>
              <a:t>)</a:t>
            </a:r>
            <a:endParaRPr lang="en-AU" dirty="0">
              <a:latin typeface="Times New Roman" panose="02020603050405020304" pitchFamily="18" charset="0"/>
              <a:cs typeface="Times New Roman" panose="02020603050405020304" pitchFamily="18" charset="0"/>
            </a:endParaRPr>
          </a:p>
          <a:p>
            <a:pPr marL="342900" indent="-342900" algn="just">
              <a:lnSpc>
                <a:spcPct val="150000"/>
              </a:lnSpc>
              <a:buAutoNum type="arabicPeriod"/>
            </a:pPr>
            <a:r>
              <a:rPr lang="en-AU" dirty="0">
                <a:latin typeface="Times New Roman" panose="02020603050405020304" pitchFamily="18" charset="0"/>
                <a:cs typeface="Times New Roman" panose="02020603050405020304" pitchFamily="18" charset="0"/>
                <a:hlinkClick r:id="rId3"/>
              </a:rPr>
              <a:t>Data - </a:t>
            </a:r>
            <a:r>
              <a:rPr lang="en-AU" dirty="0" err="1">
                <a:latin typeface="Times New Roman" panose="02020603050405020304" pitchFamily="18" charset="0"/>
                <a:cs typeface="Times New Roman" panose="02020603050405020304" pitchFamily="18" charset="0"/>
                <a:hlinkClick r:id="rId3"/>
              </a:rPr>
              <a:t>rslab</a:t>
            </a:r>
            <a:r>
              <a:rPr lang="en-AU" dirty="0">
                <a:latin typeface="Times New Roman" panose="02020603050405020304" pitchFamily="18" charset="0"/>
                <a:cs typeface="Times New Roman" panose="02020603050405020304" pitchFamily="18" charset="0"/>
                <a:hlinkClick r:id="rId3"/>
              </a:rPr>
              <a:t> (ut.ac.ir)</a:t>
            </a: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39586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727</TotalTime>
  <Words>1586</Words>
  <Application>Microsoft Office PowerPoint</Application>
  <PresentationFormat>Widescreen</PresentationFormat>
  <Paragraphs>109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Georgia</vt:lpstr>
      <vt:lpstr>Gill Sans MT</vt:lpstr>
      <vt:lpstr>Times New Roman</vt:lpstr>
      <vt:lpstr>Parcel</vt:lpstr>
      <vt:lpstr>HYPER SPECTRAL ANOMALY DETECTION</vt:lpstr>
      <vt:lpstr>CONTENTS</vt:lpstr>
      <vt:lpstr>OVERVIEW</vt:lpstr>
      <vt:lpstr>ABSTRACT</vt:lpstr>
      <vt:lpstr>INTRODUCTION</vt:lpstr>
      <vt:lpstr>EXISTING SYSTEM</vt:lpstr>
      <vt:lpstr>PROPOSED SYSTEM</vt:lpstr>
      <vt:lpstr>SYSTEM REQUIREMENTS</vt:lpstr>
      <vt:lpstr>SYSTEM ARCHITECTURE</vt:lpstr>
      <vt:lpstr>MODULES</vt:lpstr>
      <vt:lpstr>Image Data collection:</vt:lpstr>
      <vt:lpstr>Image Data Processing:</vt:lpstr>
      <vt:lpstr>PowerPoint Presentation</vt:lpstr>
      <vt:lpstr>dictionary construction:</vt:lpstr>
      <vt:lpstr>PowerPoint Presentation</vt:lpstr>
      <vt:lpstr>Detection Analysis:</vt:lpstr>
      <vt:lpstr>PowerPoint Presentation</vt:lpstr>
      <vt:lpstr>UML DIAGRAMS</vt:lpstr>
      <vt:lpstr>PowerPoint Presentation</vt:lpstr>
      <vt:lpstr>PowerPoint Presentation</vt:lpstr>
      <vt:lpstr>PowerPoint Presentation</vt:lpstr>
      <vt:lpstr>PowerPoint Presentation</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HYPER SPECTRAL ANAMOLY DETECTION</dc:title>
  <dc:creator>Ravuri Sivaram</dc:creator>
  <cp:lastModifiedBy>Ravuri Sivaram</cp:lastModifiedBy>
  <cp:revision>49</cp:revision>
  <dcterms:created xsi:type="dcterms:W3CDTF">2022-12-14T14:05:38Z</dcterms:created>
  <dcterms:modified xsi:type="dcterms:W3CDTF">2023-04-04T10:19:35Z</dcterms:modified>
</cp:coreProperties>
</file>